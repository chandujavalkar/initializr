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57" r:id="rId4"/>
    <p:sldId id="256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71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86"/>
  </p:normalViewPr>
  <p:slideViewPr>
    <p:cSldViewPr snapToGrid="0" snapToObjects="1">
      <p:cViewPr varScale="1">
        <p:scale>
          <a:sx n="102" d="100"/>
          <a:sy n="102" d="100"/>
        </p:scale>
        <p:origin x="816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A9128-9DE1-57AB-66BD-B138EF47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22" y="876822"/>
            <a:ext cx="5232748" cy="52327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971008-2442-BCEB-609E-6ABA8D18799F}"/>
              </a:ext>
            </a:extLst>
          </p:cNvPr>
          <p:cNvSpPr txBox="1"/>
          <p:nvPr/>
        </p:nvSpPr>
        <p:spPr>
          <a:xfrm>
            <a:off x="472858" y="522879"/>
            <a:ext cx="3093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Cortex AI</a:t>
            </a:r>
          </a:p>
        </p:txBody>
      </p:sp>
    </p:spTree>
    <p:extLst>
      <p:ext uri="{BB962C8B-B14F-4D97-AF65-F5344CB8AC3E}">
        <p14:creationId xmlns:p14="http://schemas.microsoft.com/office/powerpoint/2010/main" val="346642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44AB4-268D-B975-E99B-033B24E992F1}"/>
              </a:ext>
            </a:extLst>
          </p:cNvPr>
          <p:cNvSpPr txBox="1"/>
          <p:nvPr/>
        </p:nvSpPr>
        <p:spPr>
          <a:xfrm>
            <a:off x="864296" y="1653435"/>
            <a:ext cx="6676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b="1" dirty="0"/>
              <a:t>Cortex</a:t>
            </a:r>
            <a:r>
              <a:rPr lang="en-IN" dirty="0"/>
              <a:t> is an intelligent AI-powered portal that connects and orchestrates interactions across various enterprise tools like </a:t>
            </a:r>
            <a:r>
              <a:rPr lang="en-IN" b="1" dirty="0"/>
              <a:t>JIRA</a:t>
            </a:r>
            <a:r>
              <a:rPr lang="en-IN" dirty="0"/>
              <a:t>, </a:t>
            </a:r>
            <a:r>
              <a:rPr lang="en-IN" b="1" dirty="0"/>
              <a:t>Confluence</a:t>
            </a:r>
            <a:r>
              <a:rPr lang="en-IN" dirty="0"/>
              <a:t>, </a:t>
            </a:r>
            <a:r>
              <a:rPr lang="en-IN" b="1" dirty="0"/>
              <a:t>Oracle databases</a:t>
            </a:r>
            <a:r>
              <a:rPr lang="en-IN" dirty="0"/>
              <a:t>, and others.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C9902-0749-0718-6912-13D587ECE733}"/>
              </a:ext>
            </a:extLst>
          </p:cNvPr>
          <p:cNvSpPr txBox="1"/>
          <p:nvPr/>
        </p:nvSpPr>
        <p:spPr>
          <a:xfrm>
            <a:off x="494778" y="400833"/>
            <a:ext cx="3707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4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70976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712063" y="1281468"/>
            <a:ext cx="1419367" cy="1419367"/>
            <a:chOff x="1774208" y="798394"/>
            <a:chExt cx="1419367" cy="1419367"/>
          </a:xfrm>
        </p:grpSpPr>
        <p:sp>
          <p:nvSpPr>
            <p:cNvPr id="2" name="Rounded Rectangle 1"/>
            <p:cNvSpPr/>
            <p:nvPr/>
          </p:nvSpPr>
          <p:spPr>
            <a:xfrm>
              <a:off x="1774208" y="798394"/>
              <a:ext cx="1419367" cy="1419367"/>
            </a:xfrm>
            <a:custGeom>
              <a:avLst/>
              <a:gdLst/>
              <a:ahLst/>
              <a:cxnLst/>
              <a:rect l="0" t="0" r="0" b="0"/>
              <a:pathLst>
                <a:path w="1419367" h="1419367">
                  <a:moveTo>
                    <a:pt x="88710" y="88710"/>
                  </a:moveTo>
                  <a:lnTo>
                    <a:pt x="0" y="88710"/>
                  </a:lnTo>
                  <a:cubicBezTo>
                    <a:pt x="0" y="39887"/>
                    <a:pt x="39887" y="0"/>
                    <a:pt x="88710" y="0"/>
                  </a:cubicBezTo>
                  <a:close/>
                  <a:moveTo>
                    <a:pt x="1330656" y="0"/>
                  </a:moveTo>
                  <a:lnTo>
                    <a:pt x="1330656" y="88710"/>
                  </a:lnTo>
                  <a:lnTo>
                    <a:pt x="88710" y="88710"/>
                  </a:lnTo>
                  <a:lnTo>
                    <a:pt x="88710" y="0"/>
                  </a:lnTo>
                  <a:close/>
                  <a:moveTo>
                    <a:pt x="1419367" y="88710"/>
                  </a:moveTo>
                  <a:lnTo>
                    <a:pt x="1330656" y="88710"/>
                  </a:lnTo>
                  <a:lnTo>
                    <a:pt x="1330656" y="0"/>
                  </a:lnTo>
                  <a:cubicBezTo>
                    <a:pt x="1379564" y="0"/>
                    <a:pt x="1419367" y="39802"/>
                    <a:pt x="1419367" y="88710"/>
                  </a:cubicBezTo>
                  <a:close/>
                  <a:moveTo>
                    <a:pt x="1419367" y="1419367"/>
                  </a:moveTo>
                  <a:lnTo>
                    <a:pt x="0" y="1419367"/>
                  </a:lnTo>
                  <a:lnTo>
                    <a:pt x="0" y="88710"/>
                  </a:lnTo>
                  <a:lnTo>
                    <a:pt x="1419367" y="88710"/>
                  </a:ln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774208" y="798394"/>
              <a:ext cx="1419367" cy="1419367"/>
            </a:xfrm>
            <a:custGeom>
              <a:avLst/>
              <a:gdLst/>
              <a:ahLst/>
              <a:cxnLst/>
              <a:rect l="0" t="0" r="0" b="0"/>
              <a:pathLst>
                <a:path w="1419367" h="1419367">
                  <a:moveTo>
                    <a:pt x="0" y="88710"/>
                  </a:moveTo>
                  <a:cubicBezTo>
                    <a:pt x="0" y="39720"/>
                    <a:pt x="39720" y="0"/>
                    <a:pt x="88710" y="0"/>
                  </a:cubicBezTo>
                  <a:moveTo>
                    <a:pt x="1419367" y="88710"/>
                  </a:moveTo>
                  <a:lnTo>
                    <a:pt x="1419367" y="1419367"/>
                  </a:lnTo>
                  <a:moveTo>
                    <a:pt x="0" y="88710"/>
                  </a:moveTo>
                  <a:lnTo>
                    <a:pt x="0" y="1419367"/>
                  </a:lnTo>
                  <a:moveTo>
                    <a:pt x="88710" y="0"/>
                  </a:moveTo>
                  <a:lnTo>
                    <a:pt x="1330656" y="0"/>
                  </a:lnTo>
                  <a:moveTo>
                    <a:pt x="1330656" y="0"/>
                  </a:moveTo>
                  <a:cubicBezTo>
                    <a:pt x="1379576" y="0"/>
                    <a:pt x="1419367" y="39791"/>
                    <a:pt x="1419367" y="88710"/>
                  </a:cubicBezTo>
                </a:path>
              </a:pathLst>
            </a:custGeom>
            <a:noFill/>
            <a:ln w="110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712063" y="2700835"/>
            <a:ext cx="1419367" cy="3282286"/>
            <a:chOff x="1774208" y="2217761"/>
            <a:chExt cx="1419367" cy="3282286"/>
          </a:xfrm>
        </p:grpSpPr>
        <p:sp>
          <p:nvSpPr>
            <p:cNvPr id="5" name="Rounded Rectangle 4"/>
            <p:cNvSpPr/>
            <p:nvPr/>
          </p:nvSpPr>
          <p:spPr>
            <a:xfrm>
              <a:off x="1774208" y="2217761"/>
              <a:ext cx="1419367" cy="3282286"/>
            </a:xfrm>
            <a:custGeom>
              <a:avLst/>
              <a:gdLst/>
              <a:ahLst/>
              <a:cxnLst/>
              <a:rect l="0" t="0" r="0" b="0"/>
              <a:pathLst>
                <a:path w="1419367" h="3282286">
                  <a:moveTo>
                    <a:pt x="0" y="3193576"/>
                  </a:moveTo>
                  <a:lnTo>
                    <a:pt x="88710" y="3193576"/>
                  </a:lnTo>
                  <a:lnTo>
                    <a:pt x="88710" y="3282286"/>
                  </a:lnTo>
                  <a:cubicBezTo>
                    <a:pt x="39717" y="3282286"/>
                    <a:pt x="0" y="3242569"/>
                    <a:pt x="0" y="3193576"/>
                  </a:cubicBezTo>
                  <a:close/>
                  <a:moveTo>
                    <a:pt x="88710" y="3282286"/>
                  </a:moveTo>
                  <a:lnTo>
                    <a:pt x="88710" y="3193576"/>
                  </a:lnTo>
                  <a:lnTo>
                    <a:pt x="1330656" y="3193576"/>
                  </a:lnTo>
                  <a:lnTo>
                    <a:pt x="1330656" y="3282286"/>
                  </a:lnTo>
                  <a:close/>
                  <a:moveTo>
                    <a:pt x="1419367" y="3193576"/>
                  </a:moveTo>
                  <a:cubicBezTo>
                    <a:pt x="1419367" y="3242569"/>
                    <a:pt x="1379650" y="3282286"/>
                    <a:pt x="1330656" y="3282286"/>
                  </a:cubicBezTo>
                  <a:lnTo>
                    <a:pt x="1330656" y="3193576"/>
                  </a:lnTo>
                  <a:close/>
                  <a:moveTo>
                    <a:pt x="1419367" y="3193576"/>
                  </a:moveTo>
                  <a:lnTo>
                    <a:pt x="0" y="3193576"/>
                  </a:lnTo>
                  <a:lnTo>
                    <a:pt x="0" y="0"/>
                  </a:lnTo>
                  <a:lnTo>
                    <a:pt x="141936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74208" y="2217761"/>
              <a:ext cx="1419367" cy="3282286"/>
            </a:xfrm>
            <a:custGeom>
              <a:avLst/>
              <a:gdLst/>
              <a:ahLst/>
              <a:cxnLst/>
              <a:rect l="0" t="0" r="0" b="0"/>
              <a:pathLst>
                <a:path w="1419367" h="3282286">
                  <a:moveTo>
                    <a:pt x="88710" y="3282286"/>
                  </a:moveTo>
                  <a:cubicBezTo>
                    <a:pt x="39717" y="3282286"/>
                    <a:pt x="0" y="3242569"/>
                    <a:pt x="0" y="3193576"/>
                  </a:cubicBezTo>
                  <a:moveTo>
                    <a:pt x="88710" y="3282286"/>
                  </a:moveTo>
                  <a:lnTo>
                    <a:pt x="1330656" y="3282286"/>
                  </a:lnTo>
                  <a:moveTo>
                    <a:pt x="1419367" y="3193576"/>
                  </a:moveTo>
                  <a:cubicBezTo>
                    <a:pt x="1419367" y="3242569"/>
                    <a:pt x="1379650" y="3282286"/>
                    <a:pt x="1330656" y="3282286"/>
                  </a:cubicBezTo>
                  <a:moveTo>
                    <a:pt x="1419367" y="0"/>
                  </a:moveTo>
                  <a:lnTo>
                    <a:pt x="1419367" y="3193576"/>
                  </a:lnTo>
                  <a:moveTo>
                    <a:pt x="0" y="3193576"/>
                  </a:moveTo>
                  <a:lnTo>
                    <a:pt x="0" y="0"/>
                  </a:lnTo>
                  <a:moveTo>
                    <a:pt x="1419367" y="0"/>
                  </a:moveTo>
                  <a:lnTo>
                    <a:pt x="0" y="0"/>
                  </a:lnTo>
                </a:path>
              </a:pathLst>
            </a:custGeom>
            <a:noFill/>
            <a:ln w="110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800774" y="2789545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Rounded Rectangle 8"/>
          <p:cNvSpPr/>
          <p:nvPr/>
        </p:nvSpPr>
        <p:spPr>
          <a:xfrm>
            <a:off x="3800774" y="3321808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3800774" y="3854071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3800774" y="4386333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800774" y="4918596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ounded Rectangle 12"/>
          <p:cNvSpPr/>
          <p:nvPr/>
        </p:nvSpPr>
        <p:spPr>
          <a:xfrm>
            <a:off x="3800774" y="5450859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grpSp>
        <p:nvGrpSpPr>
          <p:cNvPr id="16" name="Group 15"/>
          <p:cNvGrpSpPr/>
          <p:nvPr/>
        </p:nvGrpSpPr>
        <p:grpSpPr>
          <a:xfrm>
            <a:off x="5308852" y="1281468"/>
            <a:ext cx="1419367" cy="1419367"/>
            <a:chOff x="3370997" y="798394"/>
            <a:chExt cx="1419367" cy="1419367"/>
          </a:xfrm>
        </p:grpSpPr>
        <p:sp>
          <p:nvSpPr>
            <p:cNvPr id="14" name="Rounded Rectangle 13"/>
            <p:cNvSpPr/>
            <p:nvPr/>
          </p:nvSpPr>
          <p:spPr>
            <a:xfrm>
              <a:off x="3370997" y="798394"/>
              <a:ext cx="1419367" cy="1419367"/>
            </a:xfrm>
            <a:custGeom>
              <a:avLst/>
              <a:gdLst/>
              <a:ahLst/>
              <a:cxnLst/>
              <a:rect l="0" t="0" r="0" b="0"/>
              <a:pathLst>
                <a:path w="1419367" h="1419367">
                  <a:moveTo>
                    <a:pt x="88710" y="88710"/>
                  </a:moveTo>
                  <a:lnTo>
                    <a:pt x="0" y="88710"/>
                  </a:lnTo>
                  <a:cubicBezTo>
                    <a:pt x="0" y="39887"/>
                    <a:pt x="39887" y="0"/>
                    <a:pt x="88710" y="0"/>
                  </a:cubicBezTo>
                  <a:close/>
                  <a:moveTo>
                    <a:pt x="1330656" y="0"/>
                  </a:moveTo>
                  <a:lnTo>
                    <a:pt x="1330656" y="88710"/>
                  </a:lnTo>
                  <a:lnTo>
                    <a:pt x="88710" y="88710"/>
                  </a:lnTo>
                  <a:lnTo>
                    <a:pt x="88710" y="0"/>
                  </a:lnTo>
                  <a:close/>
                  <a:moveTo>
                    <a:pt x="1419367" y="88710"/>
                  </a:moveTo>
                  <a:lnTo>
                    <a:pt x="1330656" y="88710"/>
                  </a:lnTo>
                  <a:lnTo>
                    <a:pt x="1330656" y="0"/>
                  </a:lnTo>
                  <a:cubicBezTo>
                    <a:pt x="1379564" y="0"/>
                    <a:pt x="1419367" y="39802"/>
                    <a:pt x="1419367" y="88710"/>
                  </a:cubicBezTo>
                  <a:close/>
                  <a:moveTo>
                    <a:pt x="1419367" y="1419367"/>
                  </a:moveTo>
                  <a:lnTo>
                    <a:pt x="0" y="1419367"/>
                  </a:lnTo>
                  <a:lnTo>
                    <a:pt x="0" y="88710"/>
                  </a:lnTo>
                  <a:lnTo>
                    <a:pt x="1419367" y="88710"/>
                  </a:ln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70997" y="798394"/>
              <a:ext cx="1419367" cy="1419367"/>
            </a:xfrm>
            <a:custGeom>
              <a:avLst/>
              <a:gdLst/>
              <a:ahLst/>
              <a:cxnLst/>
              <a:rect l="0" t="0" r="0" b="0"/>
              <a:pathLst>
                <a:path w="1419367" h="1419367">
                  <a:moveTo>
                    <a:pt x="0" y="88710"/>
                  </a:moveTo>
                  <a:cubicBezTo>
                    <a:pt x="0" y="39720"/>
                    <a:pt x="39720" y="0"/>
                    <a:pt x="88710" y="0"/>
                  </a:cubicBezTo>
                  <a:moveTo>
                    <a:pt x="1419367" y="88710"/>
                  </a:moveTo>
                  <a:lnTo>
                    <a:pt x="1419367" y="1419367"/>
                  </a:lnTo>
                  <a:moveTo>
                    <a:pt x="0" y="88710"/>
                  </a:moveTo>
                  <a:lnTo>
                    <a:pt x="0" y="1419367"/>
                  </a:lnTo>
                  <a:moveTo>
                    <a:pt x="88710" y="0"/>
                  </a:moveTo>
                  <a:lnTo>
                    <a:pt x="1330656" y="0"/>
                  </a:lnTo>
                  <a:moveTo>
                    <a:pt x="1330656" y="0"/>
                  </a:moveTo>
                  <a:cubicBezTo>
                    <a:pt x="1379576" y="0"/>
                    <a:pt x="1419367" y="39791"/>
                    <a:pt x="1419367" y="88710"/>
                  </a:cubicBezTo>
                </a:path>
              </a:pathLst>
            </a:custGeom>
            <a:noFill/>
            <a:ln w="110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08852" y="2700835"/>
            <a:ext cx="1419367" cy="3282286"/>
            <a:chOff x="3370997" y="2217761"/>
            <a:chExt cx="1419367" cy="3282286"/>
          </a:xfrm>
        </p:grpSpPr>
        <p:sp>
          <p:nvSpPr>
            <p:cNvPr id="17" name="Rounded Rectangle 16"/>
            <p:cNvSpPr/>
            <p:nvPr/>
          </p:nvSpPr>
          <p:spPr>
            <a:xfrm>
              <a:off x="3370997" y="2217761"/>
              <a:ext cx="1419367" cy="3282286"/>
            </a:xfrm>
            <a:custGeom>
              <a:avLst/>
              <a:gdLst/>
              <a:ahLst/>
              <a:cxnLst/>
              <a:rect l="0" t="0" r="0" b="0"/>
              <a:pathLst>
                <a:path w="1419367" h="3282286">
                  <a:moveTo>
                    <a:pt x="0" y="3193576"/>
                  </a:moveTo>
                  <a:lnTo>
                    <a:pt x="88710" y="3193576"/>
                  </a:lnTo>
                  <a:lnTo>
                    <a:pt x="88710" y="3282286"/>
                  </a:lnTo>
                  <a:cubicBezTo>
                    <a:pt x="39717" y="3282286"/>
                    <a:pt x="0" y="3242569"/>
                    <a:pt x="0" y="3193576"/>
                  </a:cubicBezTo>
                  <a:close/>
                  <a:moveTo>
                    <a:pt x="88710" y="3282286"/>
                  </a:moveTo>
                  <a:lnTo>
                    <a:pt x="88710" y="3193576"/>
                  </a:lnTo>
                  <a:lnTo>
                    <a:pt x="1330656" y="3193576"/>
                  </a:lnTo>
                  <a:lnTo>
                    <a:pt x="1330656" y="3282286"/>
                  </a:lnTo>
                  <a:close/>
                  <a:moveTo>
                    <a:pt x="1419367" y="3193576"/>
                  </a:moveTo>
                  <a:cubicBezTo>
                    <a:pt x="1419367" y="3242569"/>
                    <a:pt x="1379650" y="3282286"/>
                    <a:pt x="1330656" y="3282286"/>
                  </a:cubicBezTo>
                  <a:lnTo>
                    <a:pt x="1330656" y="3193576"/>
                  </a:lnTo>
                  <a:close/>
                  <a:moveTo>
                    <a:pt x="1419367" y="3193576"/>
                  </a:moveTo>
                  <a:lnTo>
                    <a:pt x="0" y="3193576"/>
                  </a:lnTo>
                  <a:lnTo>
                    <a:pt x="0" y="0"/>
                  </a:lnTo>
                  <a:lnTo>
                    <a:pt x="141936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370997" y="2217761"/>
              <a:ext cx="1419367" cy="3282286"/>
            </a:xfrm>
            <a:custGeom>
              <a:avLst/>
              <a:gdLst/>
              <a:ahLst/>
              <a:cxnLst/>
              <a:rect l="0" t="0" r="0" b="0"/>
              <a:pathLst>
                <a:path w="1419367" h="3282286">
                  <a:moveTo>
                    <a:pt x="88710" y="3282286"/>
                  </a:moveTo>
                  <a:cubicBezTo>
                    <a:pt x="39717" y="3282286"/>
                    <a:pt x="0" y="3242569"/>
                    <a:pt x="0" y="3193576"/>
                  </a:cubicBezTo>
                  <a:moveTo>
                    <a:pt x="88710" y="3282286"/>
                  </a:moveTo>
                  <a:lnTo>
                    <a:pt x="1330656" y="3282286"/>
                  </a:lnTo>
                  <a:moveTo>
                    <a:pt x="1419367" y="3193576"/>
                  </a:moveTo>
                  <a:cubicBezTo>
                    <a:pt x="1419367" y="3242569"/>
                    <a:pt x="1379650" y="3282286"/>
                    <a:pt x="1330656" y="3282286"/>
                  </a:cubicBezTo>
                  <a:moveTo>
                    <a:pt x="1419367" y="0"/>
                  </a:moveTo>
                  <a:lnTo>
                    <a:pt x="1419367" y="3193576"/>
                  </a:lnTo>
                  <a:moveTo>
                    <a:pt x="0" y="3193576"/>
                  </a:moveTo>
                  <a:lnTo>
                    <a:pt x="0" y="0"/>
                  </a:lnTo>
                  <a:moveTo>
                    <a:pt x="1419367" y="0"/>
                  </a:moveTo>
                  <a:lnTo>
                    <a:pt x="0" y="0"/>
                  </a:lnTo>
                </a:path>
              </a:pathLst>
            </a:custGeom>
            <a:noFill/>
            <a:ln w="110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5397562" y="2789545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/>
          <p:cNvSpPr/>
          <p:nvPr/>
        </p:nvSpPr>
        <p:spPr>
          <a:xfrm>
            <a:off x="5397562" y="3321808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5397562" y="3854071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ounded Rectangle 22"/>
          <p:cNvSpPr/>
          <p:nvPr/>
        </p:nvSpPr>
        <p:spPr>
          <a:xfrm>
            <a:off x="5397562" y="4386333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5397562" y="4918596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Rounded Rectangle 24"/>
          <p:cNvSpPr/>
          <p:nvPr/>
        </p:nvSpPr>
        <p:spPr>
          <a:xfrm>
            <a:off x="5397562" y="5450859"/>
            <a:ext cx="1241946" cy="443552"/>
          </a:xfrm>
          <a:custGeom>
            <a:avLst/>
            <a:gdLst/>
            <a:ahLst/>
            <a:cxnLst/>
            <a:rect l="0" t="0" r="0" b="0"/>
            <a:pathLst>
              <a:path w="1241946" h="443552">
                <a:moveTo>
                  <a:pt x="0" y="88710"/>
                </a:moveTo>
                <a:lnTo>
                  <a:pt x="0" y="44355"/>
                </a:lnTo>
                <a:cubicBezTo>
                  <a:pt x="0" y="19858"/>
                  <a:pt x="19858" y="0"/>
                  <a:pt x="44355" y="0"/>
                </a:cubicBezTo>
                <a:lnTo>
                  <a:pt x="88710" y="0"/>
                </a:lnTo>
                <a:moveTo>
                  <a:pt x="1241946" y="88710"/>
                </a:moveTo>
                <a:lnTo>
                  <a:pt x="1241946" y="354841"/>
                </a:lnTo>
                <a:moveTo>
                  <a:pt x="0" y="354841"/>
                </a:moveTo>
                <a:lnTo>
                  <a:pt x="0" y="88710"/>
                </a:lnTo>
                <a:moveTo>
                  <a:pt x="88710" y="0"/>
                </a:moveTo>
                <a:lnTo>
                  <a:pt x="1153235" y="0"/>
                </a:lnTo>
                <a:moveTo>
                  <a:pt x="88710" y="443552"/>
                </a:moveTo>
                <a:lnTo>
                  <a:pt x="44355" y="443552"/>
                </a:lnTo>
                <a:cubicBezTo>
                  <a:pt x="19858" y="443552"/>
                  <a:pt x="0" y="423693"/>
                  <a:pt x="0" y="399197"/>
                </a:cubicBezTo>
                <a:lnTo>
                  <a:pt x="0" y="354841"/>
                </a:lnTo>
                <a:moveTo>
                  <a:pt x="1153235" y="0"/>
                </a:moveTo>
                <a:lnTo>
                  <a:pt x="1197591" y="0"/>
                </a:lnTo>
                <a:cubicBezTo>
                  <a:pt x="1222087" y="0"/>
                  <a:pt x="1241946" y="19858"/>
                  <a:pt x="1241946" y="44355"/>
                </a:cubicBezTo>
                <a:lnTo>
                  <a:pt x="1241946" y="88710"/>
                </a:lnTo>
                <a:moveTo>
                  <a:pt x="1153235" y="443552"/>
                </a:moveTo>
                <a:lnTo>
                  <a:pt x="88710" y="443552"/>
                </a:lnTo>
                <a:moveTo>
                  <a:pt x="1241946" y="354841"/>
                </a:moveTo>
                <a:lnTo>
                  <a:pt x="1241946" y="399197"/>
                </a:lnTo>
                <a:cubicBezTo>
                  <a:pt x="1241946" y="423693"/>
                  <a:pt x="1222087" y="443552"/>
                  <a:pt x="1197591" y="443552"/>
                </a:cubicBezTo>
                <a:lnTo>
                  <a:pt x="1153235" y="443552"/>
                </a:lnTo>
              </a:path>
            </a:pathLst>
          </a:custGeom>
          <a:noFill/>
          <a:ln w="1108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3909599" y="3368723"/>
            <a:ext cx="104361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Requires manual
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7167" y="3465962"/>
            <a:ext cx="765466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658" y="3353073"/>
            <a:ext cx="71808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MCP server
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276" y="3998225"/>
            <a:ext cx="832024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9733" y="2952181"/>
            <a:ext cx="112896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Chat-like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2513" y="3950174"/>
            <a:ext cx="12297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Limited automation
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6980" y="2848537"/>
            <a:ext cx="101444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Complex system
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3691" y="3876650"/>
            <a:ext cx="72968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Workflow
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28725" y="4530488"/>
            <a:ext cx="460896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6516" y="2933700"/>
            <a:ext cx="617285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7793" y="4443855"/>
            <a:ext cx="88723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Basic keyword
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33" y="1913529"/>
            <a:ext cx="41569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Cortex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9124" y="4420029"/>
            <a:ext cx="107882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Semantic search
with embeddings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5727" y="5062750"/>
            <a:ext cx="882806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Visualization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974" y="1913529"/>
            <a:ext cx="758990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Traditional
Tools (JIRA,
Confluence,
Oracle)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338" y="4955706"/>
            <a:ext cx="833562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Manual chart
creation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9905" y="4963059"/>
            <a:ext cx="82958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AI-generated
visualizations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12299" y="5595013"/>
            <a:ext cx="1115690" cy="20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484848"/>
                </a:solidFill>
              </a:rPr>
              <a:t>User Experience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9124" y="5521604"/>
            <a:ext cx="116647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Technical and non-
technical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7131" y="5613494"/>
            <a:ext cx="93782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Technical users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456" y="346533"/>
            <a:ext cx="755790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Cortex Features Compared to Traditional Tools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49709" y="1463595"/>
            <a:ext cx="340081" cy="345428"/>
          </a:xfrm>
          <a:custGeom>
            <a:avLst/>
            <a:gdLst/>
            <a:ahLst/>
            <a:cxnLst/>
            <a:rect l="0" t="0" r="0" b="0"/>
            <a:pathLst>
              <a:path w="340081" h="345428">
                <a:moveTo>
                  <a:pt x="340081" y="172714"/>
                </a:moveTo>
                <a:cubicBezTo>
                  <a:pt x="340044" y="195913"/>
                  <a:pt x="322079" y="215137"/>
                  <a:pt x="298934" y="216744"/>
                </a:cubicBezTo>
                <a:cubicBezTo>
                  <a:pt x="312444" y="234097"/>
                  <a:pt x="314322" y="257828"/>
                  <a:pt x="303708" y="277090"/>
                </a:cubicBezTo>
                <a:cubicBezTo>
                  <a:pt x="293095" y="296352"/>
                  <a:pt x="272030" y="307442"/>
                  <a:pt x="250144" y="305291"/>
                </a:cubicBezTo>
                <a:cubicBezTo>
                  <a:pt x="253420" y="316298"/>
                  <a:pt x="250027" y="328206"/>
                  <a:pt x="241442" y="335834"/>
                </a:cubicBezTo>
                <a:cubicBezTo>
                  <a:pt x="232857" y="343461"/>
                  <a:pt x="220632" y="345428"/>
                  <a:pt x="210087" y="340878"/>
                </a:cubicBezTo>
                <a:cubicBezTo>
                  <a:pt x="199543" y="336328"/>
                  <a:pt x="192587" y="326085"/>
                  <a:pt x="192245" y="314606"/>
                </a:cubicBezTo>
                <a:cubicBezTo>
                  <a:pt x="178503" y="322558"/>
                  <a:pt x="161559" y="322558"/>
                  <a:pt x="147816" y="314606"/>
                </a:cubicBezTo>
                <a:cubicBezTo>
                  <a:pt x="147454" y="326070"/>
                  <a:pt x="140494" y="336291"/>
                  <a:pt x="129960" y="340829"/>
                </a:cubicBezTo>
                <a:cubicBezTo>
                  <a:pt x="119425" y="345367"/>
                  <a:pt x="107217" y="343404"/>
                  <a:pt x="98636" y="335791"/>
                </a:cubicBezTo>
                <a:cubicBezTo>
                  <a:pt x="90056" y="328179"/>
                  <a:pt x="86652" y="316291"/>
                  <a:pt x="89903" y="305291"/>
                </a:cubicBezTo>
                <a:cubicBezTo>
                  <a:pt x="68016" y="307442"/>
                  <a:pt x="46952" y="296352"/>
                  <a:pt x="36338" y="277090"/>
                </a:cubicBezTo>
                <a:cubicBezTo>
                  <a:pt x="25725" y="257828"/>
                  <a:pt x="27602" y="234097"/>
                  <a:pt x="41112" y="216744"/>
                </a:cubicBezTo>
                <a:cubicBezTo>
                  <a:pt x="17965" y="215156"/>
                  <a:pt x="0" y="195915"/>
                  <a:pt x="0" y="172714"/>
                </a:cubicBezTo>
                <a:cubicBezTo>
                  <a:pt x="0" y="149512"/>
                  <a:pt x="17965" y="130272"/>
                  <a:pt x="41112" y="128684"/>
                </a:cubicBezTo>
                <a:cubicBezTo>
                  <a:pt x="27602" y="111330"/>
                  <a:pt x="25725" y="87599"/>
                  <a:pt x="36338" y="68337"/>
                </a:cubicBezTo>
                <a:cubicBezTo>
                  <a:pt x="46952" y="49076"/>
                  <a:pt x="68016" y="37985"/>
                  <a:pt x="89903" y="40136"/>
                </a:cubicBezTo>
                <a:cubicBezTo>
                  <a:pt x="86652" y="29136"/>
                  <a:pt x="90056" y="17248"/>
                  <a:pt x="98636" y="9636"/>
                </a:cubicBezTo>
                <a:cubicBezTo>
                  <a:pt x="107217" y="2023"/>
                  <a:pt x="119425" y="60"/>
                  <a:pt x="129960" y="4598"/>
                </a:cubicBezTo>
                <a:cubicBezTo>
                  <a:pt x="140494" y="9136"/>
                  <a:pt x="147454" y="19357"/>
                  <a:pt x="147816" y="30821"/>
                </a:cubicBezTo>
                <a:cubicBezTo>
                  <a:pt x="161558" y="22869"/>
                  <a:pt x="178503" y="22869"/>
                  <a:pt x="192245" y="30821"/>
                </a:cubicBezTo>
                <a:cubicBezTo>
                  <a:pt x="192587" y="19342"/>
                  <a:pt x="199543" y="9099"/>
                  <a:pt x="210087" y="4549"/>
                </a:cubicBezTo>
                <a:cubicBezTo>
                  <a:pt x="220632" y="0"/>
                  <a:pt x="232857" y="1966"/>
                  <a:pt x="241442" y="9594"/>
                </a:cubicBezTo>
                <a:cubicBezTo>
                  <a:pt x="250027" y="17221"/>
                  <a:pt x="253420" y="29129"/>
                  <a:pt x="250144" y="40136"/>
                </a:cubicBezTo>
                <a:cubicBezTo>
                  <a:pt x="272030" y="37985"/>
                  <a:pt x="293095" y="49076"/>
                  <a:pt x="303708" y="68337"/>
                </a:cubicBezTo>
                <a:cubicBezTo>
                  <a:pt x="314322" y="87599"/>
                  <a:pt x="312444" y="111330"/>
                  <a:pt x="298934" y="128684"/>
                </a:cubicBezTo>
                <a:cubicBezTo>
                  <a:pt x="322079" y="130290"/>
                  <a:pt x="340044" y="149514"/>
                  <a:pt x="340081" y="172714"/>
                </a:cubicBezTo>
                <a:close/>
                <a:moveTo>
                  <a:pt x="170053" y="254031"/>
                </a:moveTo>
                <a:lnTo>
                  <a:pt x="170053" y="239246"/>
                </a:lnTo>
                <a:moveTo>
                  <a:pt x="170053" y="209676"/>
                </a:moveTo>
                <a:lnTo>
                  <a:pt x="170053" y="194891"/>
                </a:lnTo>
                <a:moveTo>
                  <a:pt x="216153" y="194891"/>
                </a:moveTo>
                <a:lnTo>
                  <a:pt x="216153" y="209676"/>
                </a:lnTo>
                <a:moveTo>
                  <a:pt x="170053" y="106181"/>
                </a:moveTo>
                <a:lnTo>
                  <a:pt x="170053" y="120966"/>
                </a:lnTo>
                <a:moveTo>
                  <a:pt x="170053" y="61826"/>
                </a:moveTo>
                <a:lnTo>
                  <a:pt x="170053" y="76611"/>
                </a:lnTo>
                <a:moveTo>
                  <a:pt x="170053" y="298387"/>
                </a:moveTo>
                <a:lnTo>
                  <a:pt x="170053" y="283602"/>
                </a:lnTo>
                <a:moveTo>
                  <a:pt x="96128" y="84003"/>
                </a:moveTo>
                <a:cubicBezTo>
                  <a:pt x="96128" y="96252"/>
                  <a:pt x="106057" y="106181"/>
                  <a:pt x="118305" y="106181"/>
                </a:cubicBezTo>
                <a:cubicBezTo>
                  <a:pt x="130554" y="106181"/>
                  <a:pt x="140483" y="96252"/>
                  <a:pt x="140483" y="84003"/>
                </a:cubicBezTo>
                <a:cubicBezTo>
                  <a:pt x="140483" y="71755"/>
                  <a:pt x="130554" y="61826"/>
                  <a:pt x="118305" y="61826"/>
                </a:cubicBezTo>
                <a:cubicBezTo>
                  <a:pt x="106057" y="61826"/>
                  <a:pt x="96128" y="71755"/>
                  <a:pt x="96128" y="84003"/>
                </a:cubicBezTo>
                <a:close/>
                <a:moveTo>
                  <a:pt x="207016" y="120966"/>
                </a:moveTo>
                <a:cubicBezTo>
                  <a:pt x="207016" y="133214"/>
                  <a:pt x="216945" y="143143"/>
                  <a:pt x="229193" y="143143"/>
                </a:cubicBezTo>
                <a:cubicBezTo>
                  <a:pt x="241442" y="143143"/>
                  <a:pt x="251371" y="133214"/>
                  <a:pt x="251371" y="120966"/>
                </a:cubicBezTo>
                <a:cubicBezTo>
                  <a:pt x="251371" y="108717"/>
                  <a:pt x="241442" y="98788"/>
                  <a:pt x="229193" y="98788"/>
                </a:cubicBezTo>
                <a:cubicBezTo>
                  <a:pt x="216945" y="98788"/>
                  <a:pt x="207016" y="108717"/>
                  <a:pt x="207016" y="120966"/>
                </a:cubicBezTo>
                <a:close/>
                <a:moveTo>
                  <a:pt x="73950" y="246639"/>
                </a:moveTo>
                <a:cubicBezTo>
                  <a:pt x="73950" y="258887"/>
                  <a:pt x="83879" y="268817"/>
                  <a:pt x="96128" y="268817"/>
                </a:cubicBezTo>
                <a:cubicBezTo>
                  <a:pt x="108376" y="268817"/>
                  <a:pt x="118305" y="258887"/>
                  <a:pt x="118305" y="246639"/>
                </a:cubicBezTo>
                <a:cubicBezTo>
                  <a:pt x="118305" y="234391"/>
                  <a:pt x="108376" y="224461"/>
                  <a:pt x="96128" y="224461"/>
                </a:cubicBezTo>
                <a:cubicBezTo>
                  <a:pt x="83879" y="224461"/>
                  <a:pt x="73950" y="234391"/>
                  <a:pt x="73950" y="246639"/>
                </a:cubicBezTo>
                <a:close/>
                <a:moveTo>
                  <a:pt x="199623" y="254031"/>
                </a:moveTo>
                <a:cubicBezTo>
                  <a:pt x="199623" y="266280"/>
                  <a:pt x="209552" y="276209"/>
                  <a:pt x="221801" y="276209"/>
                </a:cubicBezTo>
                <a:cubicBezTo>
                  <a:pt x="234049" y="276209"/>
                  <a:pt x="243978" y="266280"/>
                  <a:pt x="243978" y="254031"/>
                </a:cubicBezTo>
                <a:cubicBezTo>
                  <a:pt x="243978" y="241783"/>
                  <a:pt x="234049" y="231854"/>
                  <a:pt x="221801" y="231854"/>
                </a:cubicBezTo>
                <a:cubicBezTo>
                  <a:pt x="209552" y="231854"/>
                  <a:pt x="199623" y="241783"/>
                  <a:pt x="199623" y="254031"/>
                </a:cubicBezTo>
                <a:close/>
                <a:moveTo>
                  <a:pt x="236586" y="187499"/>
                </a:moveTo>
                <a:cubicBezTo>
                  <a:pt x="236586" y="199747"/>
                  <a:pt x="246515" y="209676"/>
                  <a:pt x="258763" y="209676"/>
                </a:cubicBezTo>
                <a:cubicBezTo>
                  <a:pt x="271012" y="209676"/>
                  <a:pt x="280941" y="199747"/>
                  <a:pt x="280941" y="187499"/>
                </a:cubicBezTo>
                <a:cubicBezTo>
                  <a:pt x="280941" y="175250"/>
                  <a:pt x="271012" y="165321"/>
                  <a:pt x="258763" y="165321"/>
                </a:cubicBezTo>
                <a:cubicBezTo>
                  <a:pt x="246515" y="165321"/>
                  <a:pt x="236586" y="175250"/>
                  <a:pt x="236586" y="187499"/>
                </a:cubicBezTo>
                <a:close/>
                <a:moveTo>
                  <a:pt x="251386" y="120966"/>
                </a:moveTo>
                <a:cubicBezTo>
                  <a:pt x="259551" y="120966"/>
                  <a:pt x="266171" y="114346"/>
                  <a:pt x="266171" y="106181"/>
                </a:cubicBezTo>
                <a:lnTo>
                  <a:pt x="266171" y="84003"/>
                </a:lnTo>
                <a:moveTo>
                  <a:pt x="36987" y="180106"/>
                </a:moveTo>
                <a:lnTo>
                  <a:pt x="59165" y="180106"/>
                </a:lnTo>
                <a:cubicBezTo>
                  <a:pt x="67330" y="180106"/>
                  <a:pt x="73950" y="173487"/>
                  <a:pt x="73950" y="165321"/>
                </a:cubicBezTo>
                <a:lnTo>
                  <a:pt x="73950" y="150536"/>
                </a:lnTo>
                <a:cubicBezTo>
                  <a:pt x="73950" y="142370"/>
                  <a:pt x="80569" y="135751"/>
                  <a:pt x="88735" y="135751"/>
                </a:cubicBezTo>
                <a:lnTo>
                  <a:pt x="103520" y="135751"/>
                </a:lnTo>
                <a:cubicBezTo>
                  <a:pt x="111686" y="135751"/>
                  <a:pt x="118305" y="129131"/>
                  <a:pt x="118305" y="120966"/>
                </a:cubicBezTo>
                <a:lnTo>
                  <a:pt x="118305" y="106181"/>
                </a:lnTo>
                <a:moveTo>
                  <a:pt x="133090" y="290994"/>
                </a:moveTo>
                <a:lnTo>
                  <a:pt x="133090" y="261424"/>
                </a:lnTo>
                <a:cubicBezTo>
                  <a:pt x="133090" y="253258"/>
                  <a:pt x="126471" y="246639"/>
                  <a:pt x="118305" y="246639"/>
                </a:cubicBezTo>
                <a:moveTo>
                  <a:pt x="273548" y="254031"/>
                </a:moveTo>
                <a:lnTo>
                  <a:pt x="243978" y="254031"/>
                </a:lnTo>
              </a:path>
            </a:pathLst>
          </a:custGeom>
          <a:noFill/>
          <a:ln w="1108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ounded Rectangle 47"/>
          <p:cNvSpPr/>
          <p:nvPr/>
        </p:nvSpPr>
        <p:spPr>
          <a:xfrm>
            <a:off x="4244326" y="1458888"/>
            <a:ext cx="349151" cy="349151"/>
          </a:xfrm>
          <a:custGeom>
            <a:avLst/>
            <a:gdLst/>
            <a:ahLst/>
            <a:cxnLst/>
            <a:rect l="0" t="0" r="0" b="0"/>
            <a:pathLst>
              <a:path w="349151" h="349151">
                <a:moveTo>
                  <a:pt x="0" y="0"/>
                </a:moveTo>
                <a:moveTo>
                  <a:pt x="177420" y="118280"/>
                </a:moveTo>
                <a:lnTo>
                  <a:pt x="118280" y="177420"/>
                </a:lnTo>
                <a:lnTo>
                  <a:pt x="189988" y="249128"/>
                </a:lnTo>
                <a:cubicBezTo>
                  <a:pt x="202357" y="261471"/>
                  <a:pt x="209308" y="278227"/>
                  <a:pt x="209308" y="295701"/>
                </a:cubicBezTo>
                <a:cubicBezTo>
                  <a:pt x="209308" y="313175"/>
                  <a:pt x="202357" y="329931"/>
                  <a:pt x="189988" y="342274"/>
                </a:cubicBezTo>
                <a:cubicBezTo>
                  <a:pt x="183021" y="349151"/>
                  <a:pt x="171820" y="349151"/>
                  <a:pt x="164853" y="342274"/>
                </a:cubicBezTo>
                <a:lnTo>
                  <a:pt x="12567" y="189988"/>
                </a:lnTo>
                <a:cubicBezTo>
                  <a:pt x="5690" y="183021"/>
                  <a:pt x="5690" y="171820"/>
                  <a:pt x="12567" y="164853"/>
                </a:cubicBezTo>
                <a:lnTo>
                  <a:pt x="164853" y="12567"/>
                </a:lnTo>
                <a:cubicBezTo>
                  <a:pt x="168198" y="9256"/>
                  <a:pt x="172714" y="7397"/>
                  <a:pt x="177420" y="7392"/>
                </a:cubicBezTo>
                <a:moveTo>
                  <a:pt x="0" y="0"/>
                </a:moveTo>
                <a:moveTo>
                  <a:pt x="177420" y="236561"/>
                </a:moveTo>
                <a:lnTo>
                  <a:pt x="236561" y="177420"/>
                </a:lnTo>
                <a:lnTo>
                  <a:pt x="164853" y="105713"/>
                </a:lnTo>
                <a:cubicBezTo>
                  <a:pt x="152484" y="93370"/>
                  <a:pt x="145533" y="76614"/>
                  <a:pt x="145533" y="59140"/>
                </a:cubicBezTo>
                <a:cubicBezTo>
                  <a:pt x="145533" y="41666"/>
                  <a:pt x="152484" y="24910"/>
                  <a:pt x="164853" y="12567"/>
                </a:cubicBezTo>
                <a:cubicBezTo>
                  <a:pt x="171820" y="5690"/>
                  <a:pt x="183021" y="5690"/>
                  <a:pt x="189988" y="12567"/>
                </a:cubicBezTo>
                <a:lnTo>
                  <a:pt x="342274" y="164853"/>
                </a:lnTo>
                <a:cubicBezTo>
                  <a:pt x="349151" y="171820"/>
                  <a:pt x="349151" y="183021"/>
                  <a:pt x="342274" y="189988"/>
                </a:cubicBezTo>
                <a:lnTo>
                  <a:pt x="189988" y="342274"/>
                </a:lnTo>
                <a:cubicBezTo>
                  <a:pt x="186642" y="345585"/>
                  <a:pt x="182127" y="347444"/>
                  <a:pt x="177420" y="347449"/>
                </a:cubicBezTo>
              </a:path>
            </a:pathLst>
          </a:custGeom>
          <a:noFill/>
          <a:ln w="1108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01637" y="4905836"/>
            <a:ext cx="3740727" cy="46734"/>
          </a:xfrm>
          <a:custGeom>
            <a:avLst/>
            <a:gdLst/>
            <a:ahLst/>
            <a:cxnLst/>
            <a:rect l="0" t="0" r="0" b="0"/>
            <a:pathLst>
              <a:path w="3740727" h="46734">
                <a:moveTo>
                  <a:pt x="0" y="46734"/>
                </a:moveTo>
                <a:cubicBezTo>
                  <a:pt x="14350" y="46732"/>
                  <a:pt x="28504" y="43401"/>
                  <a:pt x="41349" y="37005"/>
                </a:cubicBezTo>
                <a:cubicBezTo>
                  <a:pt x="54196" y="30610"/>
                  <a:pt x="65384" y="21322"/>
                  <a:pt x="74035" y="9873"/>
                </a:cubicBezTo>
                <a:cubicBezTo>
                  <a:pt x="76278" y="6813"/>
                  <a:pt x="79212" y="4324"/>
                  <a:pt x="82596" y="2609"/>
                </a:cubicBezTo>
                <a:cubicBezTo>
                  <a:pt x="85982" y="893"/>
                  <a:pt x="89723" y="0"/>
                  <a:pt x="93518" y="0"/>
                </a:cubicBezTo>
                <a:cubicBezTo>
                  <a:pt x="97312" y="0"/>
                  <a:pt x="101054" y="893"/>
                  <a:pt x="104439" y="2609"/>
                </a:cubicBezTo>
                <a:cubicBezTo>
                  <a:pt x="107824" y="4324"/>
                  <a:pt x="110757" y="6813"/>
                  <a:pt x="113001" y="9873"/>
                </a:cubicBezTo>
                <a:cubicBezTo>
                  <a:pt x="121654" y="21318"/>
                  <a:pt x="132844" y="30600"/>
                  <a:pt x="145689" y="36992"/>
                </a:cubicBezTo>
                <a:cubicBezTo>
                  <a:pt x="158535" y="43383"/>
                  <a:pt x="172688" y="46710"/>
                  <a:pt x="187036" y="46710"/>
                </a:cubicBezTo>
                <a:cubicBezTo>
                  <a:pt x="201384" y="46710"/>
                  <a:pt x="215536" y="43383"/>
                  <a:pt x="228383" y="36992"/>
                </a:cubicBezTo>
                <a:cubicBezTo>
                  <a:pt x="241228" y="30600"/>
                  <a:pt x="252418" y="21318"/>
                  <a:pt x="261071" y="9873"/>
                </a:cubicBezTo>
                <a:cubicBezTo>
                  <a:pt x="263315" y="6813"/>
                  <a:pt x="266248" y="4324"/>
                  <a:pt x="269633" y="2609"/>
                </a:cubicBezTo>
                <a:cubicBezTo>
                  <a:pt x="273018" y="893"/>
                  <a:pt x="276760" y="0"/>
                  <a:pt x="280554" y="0"/>
                </a:cubicBezTo>
                <a:cubicBezTo>
                  <a:pt x="284349" y="0"/>
                  <a:pt x="288090" y="893"/>
                  <a:pt x="291475" y="2609"/>
                </a:cubicBezTo>
                <a:cubicBezTo>
                  <a:pt x="294860" y="4324"/>
                  <a:pt x="297793" y="6813"/>
                  <a:pt x="300037" y="9873"/>
                </a:cubicBezTo>
                <a:cubicBezTo>
                  <a:pt x="308691" y="21318"/>
                  <a:pt x="319880" y="30600"/>
                  <a:pt x="332726" y="36992"/>
                </a:cubicBezTo>
                <a:cubicBezTo>
                  <a:pt x="345572" y="43383"/>
                  <a:pt x="359724" y="46710"/>
                  <a:pt x="374072" y="46710"/>
                </a:cubicBezTo>
                <a:cubicBezTo>
                  <a:pt x="388420" y="46710"/>
                  <a:pt x="402573" y="43383"/>
                  <a:pt x="415419" y="36992"/>
                </a:cubicBezTo>
                <a:cubicBezTo>
                  <a:pt x="428264" y="30600"/>
                  <a:pt x="439454" y="21318"/>
                  <a:pt x="448107" y="9873"/>
                </a:cubicBezTo>
                <a:cubicBezTo>
                  <a:pt x="450351" y="6813"/>
                  <a:pt x="453284" y="4324"/>
                  <a:pt x="456669" y="2609"/>
                </a:cubicBezTo>
                <a:cubicBezTo>
                  <a:pt x="460054" y="893"/>
                  <a:pt x="463796" y="0"/>
                  <a:pt x="467590" y="0"/>
                </a:cubicBezTo>
                <a:cubicBezTo>
                  <a:pt x="471385" y="0"/>
                  <a:pt x="475126" y="893"/>
                  <a:pt x="478512" y="2609"/>
                </a:cubicBezTo>
                <a:cubicBezTo>
                  <a:pt x="481896" y="4324"/>
                  <a:pt x="484830" y="6813"/>
                  <a:pt x="487073" y="9873"/>
                </a:cubicBezTo>
                <a:cubicBezTo>
                  <a:pt x="495727" y="21318"/>
                  <a:pt x="506916" y="30600"/>
                  <a:pt x="519762" y="36992"/>
                </a:cubicBezTo>
                <a:cubicBezTo>
                  <a:pt x="532608" y="43383"/>
                  <a:pt x="546761" y="46710"/>
                  <a:pt x="561109" y="46710"/>
                </a:cubicBezTo>
                <a:cubicBezTo>
                  <a:pt x="575457" y="46710"/>
                  <a:pt x="589609" y="43383"/>
                  <a:pt x="602455" y="36992"/>
                </a:cubicBezTo>
                <a:cubicBezTo>
                  <a:pt x="615301" y="30600"/>
                  <a:pt x="626490" y="21318"/>
                  <a:pt x="635144" y="9873"/>
                </a:cubicBezTo>
                <a:cubicBezTo>
                  <a:pt x="637387" y="6813"/>
                  <a:pt x="640321" y="4324"/>
                  <a:pt x="643705" y="2609"/>
                </a:cubicBezTo>
                <a:cubicBezTo>
                  <a:pt x="647091" y="893"/>
                  <a:pt x="650832" y="0"/>
                  <a:pt x="654627" y="0"/>
                </a:cubicBezTo>
                <a:cubicBezTo>
                  <a:pt x="658421" y="0"/>
                  <a:pt x="662163" y="893"/>
                  <a:pt x="665548" y="2609"/>
                </a:cubicBezTo>
                <a:cubicBezTo>
                  <a:pt x="668933" y="4324"/>
                  <a:pt x="671866" y="6813"/>
                  <a:pt x="674110" y="9873"/>
                </a:cubicBezTo>
                <a:cubicBezTo>
                  <a:pt x="682763" y="21318"/>
                  <a:pt x="693953" y="30600"/>
                  <a:pt x="706798" y="36992"/>
                </a:cubicBezTo>
                <a:cubicBezTo>
                  <a:pt x="719645" y="43383"/>
                  <a:pt x="733797" y="46710"/>
                  <a:pt x="748145" y="46710"/>
                </a:cubicBezTo>
                <a:cubicBezTo>
                  <a:pt x="762493" y="46710"/>
                  <a:pt x="776645" y="43383"/>
                  <a:pt x="789492" y="36992"/>
                </a:cubicBezTo>
                <a:cubicBezTo>
                  <a:pt x="802337" y="30600"/>
                  <a:pt x="813527" y="21318"/>
                  <a:pt x="822180" y="9873"/>
                </a:cubicBezTo>
                <a:cubicBezTo>
                  <a:pt x="824424" y="6813"/>
                  <a:pt x="827357" y="4324"/>
                  <a:pt x="830742" y="2609"/>
                </a:cubicBezTo>
                <a:cubicBezTo>
                  <a:pt x="834127" y="893"/>
                  <a:pt x="837869" y="0"/>
                  <a:pt x="841663" y="0"/>
                </a:cubicBezTo>
                <a:cubicBezTo>
                  <a:pt x="845458" y="0"/>
                  <a:pt x="849199" y="893"/>
                  <a:pt x="852585" y="2609"/>
                </a:cubicBezTo>
                <a:cubicBezTo>
                  <a:pt x="855969" y="4324"/>
                  <a:pt x="858902" y="6813"/>
                  <a:pt x="861146" y="9873"/>
                </a:cubicBezTo>
                <a:cubicBezTo>
                  <a:pt x="869800" y="21318"/>
                  <a:pt x="880989" y="30600"/>
                  <a:pt x="893835" y="36992"/>
                </a:cubicBezTo>
                <a:cubicBezTo>
                  <a:pt x="906681" y="43383"/>
                  <a:pt x="920833" y="46710"/>
                  <a:pt x="935181" y="46710"/>
                </a:cubicBezTo>
                <a:cubicBezTo>
                  <a:pt x="949529" y="46710"/>
                  <a:pt x="963682" y="43383"/>
                  <a:pt x="976528" y="36992"/>
                </a:cubicBezTo>
                <a:cubicBezTo>
                  <a:pt x="989374" y="30600"/>
                  <a:pt x="1000563" y="21318"/>
                  <a:pt x="1009217" y="9873"/>
                </a:cubicBezTo>
                <a:cubicBezTo>
                  <a:pt x="1011460" y="6813"/>
                  <a:pt x="1014394" y="4324"/>
                  <a:pt x="1017778" y="2609"/>
                </a:cubicBezTo>
                <a:cubicBezTo>
                  <a:pt x="1021163" y="893"/>
                  <a:pt x="1024905" y="0"/>
                  <a:pt x="1028700" y="0"/>
                </a:cubicBezTo>
                <a:cubicBezTo>
                  <a:pt x="1032494" y="0"/>
                  <a:pt x="1036236" y="893"/>
                  <a:pt x="1039621" y="2609"/>
                </a:cubicBezTo>
                <a:cubicBezTo>
                  <a:pt x="1043005" y="4324"/>
                  <a:pt x="1045939" y="6813"/>
                  <a:pt x="1048182" y="9873"/>
                </a:cubicBezTo>
                <a:cubicBezTo>
                  <a:pt x="1056836" y="21318"/>
                  <a:pt x="1068025" y="30600"/>
                  <a:pt x="1080871" y="36992"/>
                </a:cubicBezTo>
                <a:cubicBezTo>
                  <a:pt x="1093717" y="43383"/>
                  <a:pt x="1107870" y="46710"/>
                  <a:pt x="1122218" y="46710"/>
                </a:cubicBezTo>
                <a:cubicBezTo>
                  <a:pt x="1136566" y="46710"/>
                  <a:pt x="1150718" y="43383"/>
                  <a:pt x="1163564" y="36992"/>
                </a:cubicBezTo>
                <a:cubicBezTo>
                  <a:pt x="1176410" y="30600"/>
                  <a:pt x="1187599" y="21318"/>
                  <a:pt x="1196253" y="9873"/>
                </a:cubicBezTo>
                <a:cubicBezTo>
                  <a:pt x="1198497" y="6813"/>
                  <a:pt x="1201430" y="4324"/>
                  <a:pt x="1204814" y="2609"/>
                </a:cubicBezTo>
                <a:cubicBezTo>
                  <a:pt x="1208200" y="893"/>
                  <a:pt x="1211941" y="0"/>
                  <a:pt x="1215736" y="0"/>
                </a:cubicBezTo>
                <a:cubicBezTo>
                  <a:pt x="1219530" y="0"/>
                  <a:pt x="1223272" y="893"/>
                  <a:pt x="1226657" y="2609"/>
                </a:cubicBezTo>
                <a:cubicBezTo>
                  <a:pt x="1230042" y="4324"/>
                  <a:pt x="1232975" y="6813"/>
                  <a:pt x="1235219" y="9873"/>
                </a:cubicBezTo>
                <a:cubicBezTo>
                  <a:pt x="1243872" y="21318"/>
                  <a:pt x="1255062" y="30600"/>
                  <a:pt x="1267907" y="36992"/>
                </a:cubicBezTo>
                <a:cubicBezTo>
                  <a:pt x="1280754" y="43383"/>
                  <a:pt x="1294906" y="46710"/>
                  <a:pt x="1309254" y="46710"/>
                </a:cubicBezTo>
                <a:cubicBezTo>
                  <a:pt x="1323602" y="46710"/>
                  <a:pt x="1337754" y="43383"/>
                  <a:pt x="1350601" y="36992"/>
                </a:cubicBezTo>
                <a:cubicBezTo>
                  <a:pt x="1363446" y="30600"/>
                  <a:pt x="1374636" y="21318"/>
                  <a:pt x="1383289" y="9873"/>
                </a:cubicBezTo>
                <a:cubicBezTo>
                  <a:pt x="1385533" y="6813"/>
                  <a:pt x="1388466" y="4324"/>
                  <a:pt x="1391851" y="2609"/>
                </a:cubicBezTo>
                <a:cubicBezTo>
                  <a:pt x="1395236" y="893"/>
                  <a:pt x="1398978" y="0"/>
                  <a:pt x="1402772" y="0"/>
                </a:cubicBezTo>
                <a:cubicBezTo>
                  <a:pt x="1406567" y="0"/>
                  <a:pt x="1410308" y="893"/>
                  <a:pt x="1413694" y="2609"/>
                </a:cubicBezTo>
                <a:cubicBezTo>
                  <a:pt x="1417078" y="4324"/>
                  <a:pt x="1420012" y="6813"/>
                  <a:pt x="1422255" y="9873"/>
                </a:cubicBezTo>
                <a:cubicBezTo>
                  <a:pt x="1430909" y="21318"/>
                  <a:pt x="1442098" y="30600"/>
                  <a:pt x="1454944" y="36992"/>
                </a:cubicBezTo>
                <a:cubicBezTo>
                  <a:pt x="1467790" y="43383"/>
                  <a:pt x="1481942" y="46710"/>
                  <a:pt x="1496290" y="46710"/>
                </a:cubicBezTo>
                <a:cubicBezTo>
                  <a:pt x="1510638" y="46710"/>
                  <a:pt x="1524791" y="43383"/>
                  <a:pt x="1537637" y="36992"/>
                </a:cubicBezTo>
                <a:cubicBezTo>
                  <a:pt x="1550483" y="30600"/>
                  <a:pt x="1561672" y="21318"/>
                  <a:pt x="1570326" y="9873"/>
                </a:cubicBezTo>
                <a:cubicBezTo>
                  <a:pt x="1572569" y="6813"/>
                  <a:pt x="1575503" y="4324"/>
                  <a:pt x="1578887" y="2609"/>
                </a:cubicBezTo>
                <a:cubicBezTo>
                  <a:pt x="1582273" y="893"/>
                  <a:pt x="1586014" y="0"/>
                  <a:pt x="1589809" y="0"/>
                </a:cubicBezTo>
                <a:cubicBezTo>
                  <a:pt x="1593603" y="0"/>
                  <a:pt x="1597345" y="893"/>
                  <a:pt x="1600730" y="2609"/>
                </a:cubicBezTo>
                <a:cubicBezTo>
                  <a:pt x="1604115" y="4324"/>
                  <a:pt x="1607048" y="6813"/>
                  <a:pt x="1609292" y="9873"/>
                </a:cubicBezTo>
                <a:cubicBezTo>
                  <a:pt x="1617945" y="21318"/>
                  <a:pt x="1629135" y="30600"/>
                  <a:pt x="1641980" y="36992"/>
                </a:cubicBezTo>
                <a:cubicBezTo>
                  <a:pt x="1654826" y="43383"/>
                  <a:pt x="1668979" y="46710"/>
                  <a:pt x="1683327" y="46710"/>
                </a:cubicBezTo>
                <a:cubicBezTo>
                  <a:pt x="1697675" y="46710"/>
                  <a:pt x="1711827" y="43383"/>
                  <a:pt x="1724673" y="36992"/>
                </a:cubicBezTo>
                <a:cubicBezTo>
                  <a:pt x="1737519" y="30600"/>
                  <a:pt x="1748708" y="21318"/>
                  <a:pt x="1757362" y="9873"/>
                </a:cubicBezTo>
                <a:cubicBezTo>
                  <a:pt x="1759606" y="6813"/>
                  <a:pt x="1762539" y="4324"/>
                  <a:pt x="1765924" y="2609"/>
                </a:cubicBezTo>
                <a:cubicBezTo>
                  <a:pt x="1769309" y="893"/>
                  <a:pt x="1773050" y="0"/>
                  <a:pt x="1776845" y="0"/>
                </a:cubicBezTo>
                <a:cubicBezTo>
                  <a:pt x="1780639" y="0"/>
                  <a:pt x="1784381" y="893"/>
                  <a:pt x="1787766" y="2609"/>
                </a:cubicBezTo>
                <a:cubicBezTo>
                  <a:pt x="1791151" y="4324"/>
                  <a:pt x="1794084" y="6813"/>
                  <a:pt x="1796328" y="9873"/>
                </a:cubicBezTo>
                <a:cubicBezTo>
                  <a:pt x="1804981" y="21318"/>
                  <a:pt x="1816171" y="30600"/>
                  <a:pt x="1829016" y="36992"/>
                </a:cubicBezTo>
                <a:cubicBezTo>
                  <a:pt x="1841863" y="43383"/>
                  <a:pt x="1856015" y="46710"/>
                  <a:pt x="1870363" y="46710"/>
                </a:cubicBezTo>
                <a:cubicBezTo>
                  <a:pt x="1884711" y="46710"/>
                  <a:pt x="1898864" y="43383"/>
                  <a:pt x="1911710" y="36992"/>
                </a:cubicBezTo>
                <a:cubicBezTo>
                  <a:pt x="1924555" y="30600"/>
                  <a:pt x="1935745" y="21318"/>
                  <a:pt x="1944398" y="9873"/>
                </a:cubicBezTo>
                <a:cubicBezTo>
                  <a:pt x="1946642" y="6813"/>
                  <a:pt x="1949575" y="4324"/>
                  <a:pt x="1952960" y="2609"/>
                </a:cubicBezTo>
                <a:cubicBezTo>
                  <a:pt x="1956345" y="893"/>
                  <a:pt x="1960087" y="0"/>
                  <a:pt x="1963881" y="0"/>
                </a:cubicBezTo>
                <a:cubicBezTo>
                  <a:pt x="1967676" y="0"/>
                  <a:pt x="1971417" y="893"/>
                  <a:pt x="1974802" y="2609"/>
                </a:cubicBezTo>
                <a:cubicBezTo>
                  <a:pt x="1978187" y="4324"/>
                  <a:pt x="1981121" y="6813"/>
                  <a:pt x="1983364" y="9873"/>
                </a:cubicBezTo>
                <a:cubicBezTo>
                  <a:pt x="1992018" y="21318"/>
                  <a:pt x="2003206" y="30600"/>
                  <a:pt x="2016053" y="36992"/>
                </a:cubicBezTo>
                <a:cubicBezTo>
                  <a:pt x="2028898" y="43383"/>
                  <a:pt x="2043051" y="46710"/>
                  <a:pt x="2057400" y="46710"/>
                </a:cubicBezTo>
                <a:cubicBezTo>
                  <a:pt x="2071748" y="46710"/>
                  <a:pt x="2085901" y="43383"/>
                  <a:pt x="2098746" y="36992"/>
                </a:cubicBezTo>
                <a:cubicBezTo>
                  <a:pt x="2111593" y="30600"/>
                  <a:pt x="2122781" y="21318"/>
                  <a:pt x="2131435" y="9873"/>
                </a:cubicBezTo>
                <a:cubicBezTo>
                  <a:pt x="2133679" y="6813"/>
                  <a:pt x="2136612" y="4324"/>
                  <a:pt x="2139997" y="2609"/>
                </a:cubicBezTo>
                <a:cubicBezTo>
                  <a:pt x="2143382" y="893"/>
                  <a:pt x="2147123" y="0"/>
                  <a:pt x="2150918" y="0"/>
                </a:cubicBezTo>
                <a:cubicBezTo>
                  <a:pt x="2154713" y="0"/>
                  <a:pt x="2158454" y="893"/>
                  <a:pt x="2161838" y="2609"/>
                </a:cubicBezTo>
                <a:cubicBezTo>
                  <a:pt x="2165224" y="4324"/>
                  <a:pt x="2168157" y="6813"/>
                  <a:pt x="2170401" y="9873"/>
                </a:cubicBezTo>
                <a:cubicBezTo>
                  <a:pt x="2179054" y="21318"/>
                  <a:pt x="2190243" y="30600"/>
                  <a:pt x="2203089" y="36992"/>
                </a:cubicBezTo>
                <a:cubicBezTo>
                  <a:pt x="2215935" y="43383"/>
                  <a:pt x="2230088" y="46710"/>
                  <a:pt x="2244436" y="46710"/>
                </a:cubicBezTo>
                <a:cubicBezTo>
                  <a:pt x="2258784" y="46710"/>
                  <a:pt x="2272937" y="43383"/>
                  <a:pt x="2285783" y="36992"/>
                </a:cubicBezTo>
                <a:cubicBezTo>
                  <a:pt x="2298629" y="30600"/>
                  <a:pt x="2309818" y="21318"/>
                  <a:pt x="2318471" y="9873"/>
                </a:cubicBezTo>
                <a:cubicBezTo>
                  <a:pt x="2320716" y="6813"/>
                  <a:pt x="2323648" y="4324"/>
                  <a:pt x="2327033" y="2609"/>
                </a:cubicBezTo>
                <a:cubicBezTo>
                  <a:pt x="2330418" y="893"/>
                  <a:pt x="2334160" y="0"/>
                  <a:pt x="2337954" y="0"/>
                </a:cubicBezTo>
                <a:cubicBezTo>
                  <a:pt x="2341749" y="0"/>
                  <a:pt x="2345490" y="893"/>
                  <a:pt x="2348875" y="2609"/>
                </a:cubicBezTo>
                <a:cubicBezTo>
                  <a:pt x="2352260" y="4324"/>
                  <a:pt x="2355193" y="6813"/>
                  <a:pt x="2357437" y="9873"/>
                </a:cubicBezTo>
                <a:cubicBezTo>
                  <a:pt x="2366091" y="21318"/>
                  <a:pt x="2377279" y="30600"/>
                  <a:pt x="2390126" y="36992"/>
                </a:cubicBezTo>
                <a:cubicBezTo>
                  <a:pt x="2402971" y="43383"/>
                  <a:pt x="2417124" y="46710"/>
                  <a:pt x="2431472" y="46710"/>
                </a:cubicBezTo>
                <a:cubicBezTo>
                  <a:pt x="2445820" y="46710"/>
                  <a:pt x="2459973" y="43383"/>
                  <a:pt x="2472819" y="36992"/>
                </a:cubicBezTo>
                <a:cubicBezTo>
                  <a:pt x="2485665" y="30600"/>
                  <a:pt x="2496854" y="21318"/>
                  <a:pt x="2505507" y="9873"/>
                </a:cubicBezTo>
                <a:cubicBezTo>
                  <a:pt x="2507752" y="6813"/>
                  <a:pt x="2510684" y="4324"/>
                  <a:pt x="2514070" y="2609"/>
                </a:cubicBezTo>
                <a:cubicBezTo>
                  <a:pt x="2517454" y="893"/>
                  <a:pt x="2521196" y="0"/>
                  <a:pt x="2524990" y="0"/>
                </a:cubicBezTo>
                <a:cubicBezTo>
                  <a:pt x="2528786" y="0"/>
                  <a:pt x="2532526" y="893"/>
                  <a:pt x="2535911" y="2609"/>
                </a:cubicBezTo>
                <a:cubicBezTo>
                  <a:pt x="2539296" y="4324"/>
                  <a:pt x="2542230" y="6813"/>
                  <a:pt x="2544473" y="9873"/>
                </a:cubicBezTo>
                <a:cubicBezTo>
                  <a:pt x="2553127" y="21318"/>
                  <a:pt x="2564316" y="30600"/>
                  <a:pt x="2577162" y="36992"/>
                </a:cubicBezTo>
                <a:cubicBezTo>
                  <a:pt x="2590007" y="43383"/>
                  <a:pt x="2604161" y="46710"/>
                  <a:pt x="2618509" y="46710"/>
                </a:cubicBezTo>
                <a:cubicBezTo>
                  <a:pt x="2632857" y="46710"/>
                  <a:pt x="2647010" y="43383"/>
                  <a:pt x="2659855" y="36992"/>
                </a:cubicBezTo>
                <a:cubicBezTo>
                  <a:pt x="2672702" y="30600"/>
                  <a:pt x="2683890" y="21318"/>
                  <a:pt x="2692544" y="9873"/>
                </a:cubicBezTo>
                <a:cubicBezTo>
                  <a:pt x="2694788" y="6813"/>
                  <a:pt x="2697721" y="4324"/>
                  <a:pt x="2701106" y="2609"/>
                </a:cubicBezTo>
                <a:cubicBezTo>
                  <a:pt x="2704491" y="893"/>
                  <a:pt x="2708232" y="0"/>
                  <a:pt x="2712027" y="0"/>
                </a:cubicBezTo>
                <a:cubicBezTo>
                  <a:pt x="2715822" y="0"/>
                  <a:pt x="2719563" y="893"/>
                  <a:pt x="2722947" y="2609"/>
                </a:cubicBezTo>
                <a:cubicBezTo>
                  <a:pt x="2726333" y="4324"/>
                  <a:pt x="2729266" y="6813"/>
                  <a:pt x="2731510" y="9873"/>
                </a:cubicBezTo>
                <a:cubicBezTo>
                  <a:pt x="2740163" y="21318"/>
                  <a:pt x="2751352" y="30600"/>
                  <a:pt x="2764198" y="36992"/>
                </a:cubicBezTo>
                <a:cubicBezTo>
                  <a:pt x="2777044" y="43383"/>
                  <a:pt x="2791197" y="46710"/>
                  <a:pt x="2805545" y="46710"/>
                </a:cubicBezTo>
                <a:cubicBezTo>
                  <a:pt x="2819893" y="46710"/>
                  <a:pt x="2834046" y="43383"/>
                  <a:pt x="2846892" y="36992"/>
                </a:cubicBezTo>
                <a:cubicBezTo>
                  <a:pt x="2859738" y="30600"/>
                  <a:pt x="2870927" y="21318"/>
                  <a:pt x="2879580" y="9873"/>
                </a:cubicBezTo>
                <a:cubicBezTo>
                  <a:pt x="2881825" y="6813"/>
                  <a:pt x="2884757" y="4324"/>
                  <a:pt x="2888143" y="2609"/>
                </a:cubicBezTo>
                <a:cubicBezTo>
                  <a:pt x="2891527" y="893"/>
                  <a:pt x="2895269" y="0"/>
                  <a:pt x="2899063" y="0"/>
                </a:cubicBezTo>
                <a:cubicBezTo>
                  <a:pt x="2902858" y="0"/>
                  <a:pt x="2906599" y="893"/>
                  <a:pt x="2909984" y="2609"/>
                </a:cubicBezTo>
                <a:cubicBezTo>
                  <a:pt x="2913369" y="4324"/>
                  <a:pt x="2916302" y="6813"/>
                  <a:pt x="2918546" y="9873"/>
                </a:cubicBezTo>
                <a:cubicBezTo>
                  <a:pt x="2927200" y="21318"/>
                  <a:pt x="2938388" y="30600"/>
                  <a:pt x="2951235" y="36992"/>
                </a:cubicBezTo>
                <a:cubicBezTo>
                  <a:pt x="2964080" y="43383"/>
                  <a:pt x="2978233" y="46710"/>
                  <a:pt x="2992581" y="46710"/>
                </a:cubicBezTo>
                <a:cubicBezTo>
                  <a:pt x="3006929" y="46710"/>
                  <a:pt x="3021083" y="43383"/>
                  <a:pt x="3033928" y="36992"/>
                </a:cubicBezTo>
                <a:cubicBezTo>
                  <a:pt x="3046774" y="30600"/>
                  <a:pt x="3057963" y="21318"/>
                  <a:pt x="3066617" y="9873"/>
                </a:cubicBezTo>
                <a:cubicBezTo>
                  <a:pt x="3068861" y="6813"/>
                  <a:pt x="3071794" y="4324"/>
                  <a:pt x="3075179" y="2609"/>
                </a:cubicBezTo>
                <a:cubicBezTo>
                  <a:pt x="3078563" y="893"/>
                  <a:pt x="3082305" y="0"/>
                  <a:pt x="3086100" y="0"/>
                </a:cubicBezTo>
                <a:cubicBezTo>
                  <a:pt x="3089895" y="0"/>
                  <a:pt x="3093636" y="893"/>
                  <a:pt x="3097020" y="2609"/>
                </a:cubicBezTo>
                <a:cubicBezTo>
                  <a:pt x="3100405" y="4324"/>
                  <a:pt x="3103339" y="6813"/>
                  <a:pt x="3105582" y="9873"/>
                </a:cubicBezTo>
                <a:cubicBezTo>
                  <a:pt x="3114236" y="21318"/>
                  <a:pt x="3125425" y="30600"/>
                  <a:pt x="3138271" y="36992"/>
                </a:cubicBezTo>
                <a:cubicBezTo>
                  <a:pt x="3151116" y="43383"/>
                  <a:pt x="3165270" y="46710"/>
                  <a:pt x="3179618" y="46710"/>
                </a:cubicBezTo>
                <a:cubicBezTo>
                  <a:pt x="3193966" y="46710"/>
                  <a:pt x="3208119" y="43383"/>
                  <a:pt x="3220964" y="36992"/>
                </a:cubicBezTo>
                <a:cubicBezTo>
                  <a:pt x="3233811" y="30600"/>
                  <a:pt x="3244999" y="21318"/>
                  <a:pt x="3253653" y="9873"/>
                </a:cubicBezTo>
                <a:cubicBezTo>
                  <a:pt x="3255897" y="6813"/>
                  <a:pt x="3258830" y="4324"/>
                  <a:pt x="3262215" y="2609"/>
                </a:cubicBezTo>
                <a:cubicBezTo>
                  <a:pt x="3265600" y="893"/>
                  <a:pt x="3269341" y="0"/>
                  <a:pt x="3273136" y="0"/>
                </a:cubicBezTo>
                <a:cubicBezTo>
                  <a:pt x="3276931" y="0"/>
                  <a:pt x="3280672" y="893"/>
                  <a:pt x="3284056" y="2609"/>
                </a:cubicBezTo>
                <a:cubicBezTo>
                  <a:pt x="3287442" y="4324"/>
                  <a:pt x="3290375" y="6813"/>
                  <a:pt x="3292619" y="9873"/>
                </a:cubicBezTo>
                <a:cubicBezTo>
                  <a:pt x="3301272" y="21318"/>
                  <a:pt x="3312461" y="30600"/>
                  <a:pt x="3325307" y="36992"/>
                </a:cubicBezTo>
                <a:cubicBezTo>
                  <a:pt x="3338153" y="43383"/>
                  <a:pt x="3352306" y="46710"/>
                  <a:pt x="3366654" y="46710"/>
                </a:cubicBezTo>
                <a:cubicBezTo>
                  <a:pt x="3381002" y="46710"/>
                  <a:pt x="3395155" y="43383"/>
                  <a:pt x="3408001" y="36992"/>
                </a:cubicBezTo>
                <a:cubicBezTo>
                  <a:pt x="3420847" y="30600"/>
                  <a:pt x="3432036" y="21318"/>
                  <a:pt x="3440689" y="9873"/>
                </a:cubicBezTo>
                <a:cubicBezTo>
                  <a:pt x="3442934" y="6813"/>
                  <a:pt x="3445866" y="4324"/>
                  <a:pt x="3449252" y="2609"/>
                </a:cubicBezTo>
                <a:cubicBezTo>
                  <a:pt x="3452636" y="893"/>
                  <a:pt x="3456378" y="0"/>
                  <a:pt x="3460172" y="0"/>
                </a:cubicBezTo>
                <a:cubicBezTo>
                  <a:pt x="3463968" y="0"/>
                  <a:pt x="3467708" y="893"/>
                  <a:pt x="3471093" y="2609"/>
                </a:cubicBezTo>
                <a:cubicBezTo>
                  <a:pt x="3474478" y="4324"/>
                  <a:pt x="3477412" y="6813"/>
                  <a:pt x="3479655" y="9873"/>
                </a:cubicBezTo>
                <a:cubicBezTo>
                  <a:pt x="3488309" y="21318"/>
                  <a:pt x="3499497" y="30600"/>
                  <a:pt x="3512344" y="36992"/>
                </a:cubicBezTo>
                <a:cubicBezTo>
                  <a:pt x="3525189" y="43383"/>
                  <a:pt x="3539342" y="46710"/>
                  <a:pt x="3553690" y="46710"/>
                </a:cubicBezTo>
                <a:cubicBezTo>
                  <a:pt x="3568038" y="46710"/>
                  <a:pt x="3582192" y="43383"/>
                  <a:pt x="3595037" y="36992"/>
                </a:cubicBezTo>
                <a:cubicBezTo>
                  <a:pt x="3607883" y="30600"/>
                  <a:pt x="3619072" y="21318"/>
                  <a:pt x="3627726" y="9873"/>
                </a:cubicBezTo>
                <a:cubicBezTo>
                  <a:pt x="3629970" y="6813"/>
                  <a:pt x="3632903" y="4324"/>
                  <a:pt x="3636288" y="2609"/>
                </a:cubicBezTo>
                <a:cubicBezTo>
                  <a:pt x="3639673" y="893"/>
                  <a:pt x="3643414" y="0"/>
                  <a:pt x="3647209" y="0"/>
                </a:cubicBezTo>
                <a:cubicBezTo>
                  <a:pt x="3651004" y="0"/>
                  <a:pt x="3654745" y="893"/>
                  <a:pt x="3658129" y="2609"/>
                </a:cubicBezTo>
                <a:cubicBezTo>
                  <a:pt x="3661515" y="4324"/>
                  <a:pt x="3664448" y="6813"/>
                  <a:pt x="3666692" y="9873"/>
                </a:cubicBezTo>
                <a:cubicBezTo>
                  <a:pt x="3675351" y="21314"/>
                  <a:pt x="3686541" y="30595"/>
                  <a:pt x="3699385" y="36990"/>
                </a:cubicBezTo>
                <a:cubicBezTo>
                  <a:pt x="3712229" y="43385"/>
                  <a:pt x="3726379" y="46720"/>
                  <a:pt x="3740727" y="46734"/>
                </a:cubicBezTo>
              </a:path>
            </a:pathLst>
          </a:custGeom>
          <a:noFill/>
          <a:ln w="1168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737755" y="3736827"/>
            <a:ext cx="1963882" cy="1215736"/>
            <a:chOff x="280554" y="2244436"/>
            <a:chExt cx="1963882" cy="1215736"/>
          </a:xfrm>
        </p:grpSpPr>
        <p:sp>
          <p:nvSpPr>
            <p:cNvPr id="3" name="Rounded Rectangle 2"/>
            <p:cNvSpPr/>
            <p:nvPr/>
          </p:nvSpPr>
          <p:spPr>
            <a:xfrm>
              <a:off x="561109" y="2244436"/>
              <a:ext cx="1683327" cy="1215736"/>
            </a:xfrm>
            <a:custGeom>
              <a:avLst/>
              <a:gdLst/>
              <a:ahLst/>
              <a:cxnLst/>
              <a:rect l="0" t="0" r="0" b="0"/>
              <a:pathLst>
                <a:path w="1683327" h="1215736">
                  <a:moveTo>
                    <a:pt x="19221" y="1143649"/>
                  </a:moveTo>
                  <a:lnTo>
                    <a:pt x="175851" y="1031739"/>
                  </a:lnTo>
                  <a:lnTo>
                    <a:pt x="286704" y="581059"/>
                  </a:lnTo>
                  <a:lnTo>
                    <a:pt x="569086" y="428157"/>
                  </a:lnTo>
                  <a:lnTo>
                    <a:pt x="569086" y="375865"/>
                  </a:lnTo>
                  <a:lnTo>
                    <a:pt x="845523" y="116196"/>
                  </a:lnTo>
                  <a:lnTo>
                    <a:pt x="979303" y="105052"/>
                  </a:lnTo>
                  <a:lnTo>
                    <a:pt x="1024848" y="72944"/>
                  </a:lnTo>
                  <a:lnTo>
                    <a:pt x="1220153" y="0"/>
                  </a:lnTo>
                  <a:lnTo>
                    <a:pt x="1405423" y="0"/>
                  </a:lnTo>
                  <a:lnTo>
                    <a:pt x="1402772" y="397452"/>
                  </a:lnTo>
                  <a:lnTo>
                    <a:pt x="1469014" y="440314"/>
                  </a:lnTo>
                  <a:lnTo>
                    <a:pt x="1515773" y="740352"/>
                  </a:lnTo>
                  <a:lnTo>
                    <a:pt x="1582015" y="791007"/>
                  </a:lnTo>
                  <a:lnTo>
                    <a:pt x="1527463" y="1110528"/>
                  </a:lnTo>
                  <a:lnTo>
                    <a:pt x="1683327" y="1215736"/>
                  </a:lnTo>
                  <a:lnTo>
                    <a:pt x="0" y="1215736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80554" y="2244436"/>
              <a:ext cx="1963881" cy="1215736"/>
            </a:xfrm>
            <a:custGeom>
              <a:avLst/>
              <a:gdLst/>
              <a:ahLst/>
              <a:cxnLst/>
              <a:rect l="0" t="0" r="0" b="0"/>
              <a:pathLst>
                <a:path w="1963881" h="1215736">
                  <a:moveTo>
                    <a:pt x="280554" y="1215736"/>
                  </a:moveTo>
                  <a:lnTo>
                    <a:pt x="0" y="1215736"/>
                  </a:lnTo>
                  <a:moveTo>
                    <a:pt x="299776" y="1143649"/>
                  </a:moveTo>
                  <a:lnTo>
                    <a:pt x="456406" y="1031739"/>
                  </a:lnTo>
                  <a:lnTo>
                    <a:pt x="567258" y="581059"/>
                  </a:lnTo>
                  <a:lnTo>
                    <a:pt x="849640" y="428157"/>
                  </a:lnTo>
                  <a:lnTo>
                    <a:pt x="849640" y="375865"/>
                  </a:lnTo>
                  <a:lnTo>
                    <a:pt x="1126078" y="116196"/>
                  </a:lnTo>
                  <a:lnTo>
                    <a:pt x="1259858" y="105052"/>
                  </a:lnTo>
                  <a:lnTo>
                    <a:pt x="1305403" y="72944"/>
                  </a:lnTo>
                  <a:lnTo>
                    <a:pt x="1500708" y="0"/>
                  </a:lnTo>
                  <a:lnTo>
                    <a:pt x="1685977" y="0"/>
                  </a:lnTo>
                  <a:lnTo>
                    <a:pt x="1476468" y="137160"/>
                  </a:lnTo>
                  <a:lnTo>
                    <a:pt x="1351488" y="169969"/>
                  </a:lnTo>
                  <a:lnTo>
                    <a:pt x="1126078" y="464707"/>
                  </a:lnTo>
                  <a:lnTo>
                    <a:pt x="1182276" y="551211"/>
                  </a:lnTo>
                  <a:lnTo>
                    <a:pt x="1078757" y="634832"/>
                  </a:lnTo>
                  <a:lnTo>
                    <a:pt x="1276068" y="866835"/>
                  </a:lnTo>
                  <a:lnTo>
                    <a:pt x="1408073" y="841663"/>
                  </a:lnTo>
                  <a:lnTo>
                    <a:pt x="1963881" y="1215736"/>
                  </a:lnTo>
                  <a:lnTo>
                    <a:pt x="280554" y="1215736"/>
                  </a:lnTo>
                  <a:close/>
                  <a:moveTo>
                    <a:pt x="800359" y="1214099"/>
                  </a:moveTo>
                  <a:lnTo>
                    <a:pt x="542171" y="935181"/>
                  </a:lnTo>
                  <a:lnTo>
                    <a:pt x="483177" y="935181"/>
                  </a:lnTo>
                  <a:moveTo>
                    <a:pt x="1471819" y="137156"/>
                  </a:moveTo>
                  <a:lnTo>
                    <a:pt x="1530969" y="308762"/>
                  </a:lnTo>
                  <a:lnTo>
                    <a:pt x="1751283" y="438597"/>
                  </a:lnTo>
                  <a:lnTo>
                    <a:pt x="1801081" y="745025"/>
                  </a:lnTo>
                  <a:lnTo>
                    <a:pt x="1861244" y="788744"/>
                  </a:lnTo>
                  <a:lnTo>
                    <a:pt x="1809420" y="1112785"/>
                  </a:lnTo>
                  <a:moveTo>
                    <a:pt x="1509773" y="508343"/>
                  </a:moveTo>
                  <a:lnTo>
                    <a:pt x="1581470" y="546374"/>
                  </a:lnTo>
                  <a:lnTo>
                    <a:pt x="1751283" y="438597"/>
                  </a:lnTo>
                  <a:moveTo>
                    <a:pt x="456602" y="1031744"/>
                  </a:moveTo>
                  <a:lnTo>
                    <a:pt x="436418" y="1113104"/>
                  </a:lnTo>
                  <a:moveTo>
                    <a:pt x="537729" y="935181"/>
                  </a:moveTo>
                  <a:lnTo>
                    <a:pt x="524635" y="1122536"/>
                  </a:lnTo>
                  <a:moveTo>
                    <a:pt x="1174745" y="703182"/>
                  </a:moveTo>
                  <a:lnTo>
                    <a:pt x="1174745" y="551215"/>
                  </a:lnTo>
                  <a:moveTo>
                    <a:pt x="1312607" y="727108"/>
                  </a:moveTo>
                  <a:lnTo>
                    <a:pt x="1345650" y="169973"/>
                  </a:lnTo>
                  <a:moveTo>
                    <a:pt x="1319307" y="614108"/>
                  </a:moveTo>
                  <a:lnTo>
                    <a:pt x="1517020" y="843462"/>
                  </a:lnTo>
                  <a:moveTo>
                    <a:pt x="1695716" y="668417"/>
                  </a:moveTo>
                  <a:lnTo>
                    <a:pt x="1801081" y="745025"/>
                  </a:lnTo>
                  <a:moveTo>
                    <a:pt x="1683327" y="0"/>
                  </a:moveTo>
                  <a:lnTo>
                    <a:pt x="1683327" y="398543"/>
                  </a:lnTo>
                  <a:moveTo>
                    <a:pt x="1581470" y="546374"/>
                  </a:moveTo>
                  <a:lnTo>
                    <a:pt x="1607579" y="834021"/>
                  </a:lnTo>
                </a:path>
              </a:pathLst>
            </a:custGeom>
            <a:noFill/>
            <a:ln w="1168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442364" y="3736827"/>
            <a:ext cx="1963881" cy="1215736"/>
            <a:chOff x="5985163" y="2244436"/>
            <a:chExt cx="1963881" cy="1215736"/>
          </a:xfrm>
        </p:grpSpPr>
        <p:sp>
          <p:nvSpPr>
            <p:cNvPr id="6" name="Rounded Rectangle 5"/>
            <p:cNvSpPr/>
            <p:nvPr/>
          </p:nvSpPr>
          <p:spPr>
            <a:xfrm>
              <a:off x="5985163" y="2244436"/>
              <a:ext cx="1683327" cy="1215736"/>
            </a:xfrm>
            <a:custGeom>
              <a:avLst/>
              <a:gdLst/>
              <a:ahLst/>
              <a:cxnLst/>
              <a:rect l="0" t="0" r="0" b="0"/>
              <a:pathLst>
                <a:path w="1683327" h="1215736">
                  <a:moveTo>
                    <a:pt x="1683327" y="1215736"/>
                  </a:moveTo>
                  <a:lnTo>
                    <a:pt x="0" y="1215736"/>
                  </a:lnTo>
                  <a:lnTo>
                    <a:pt x="155863" y="1110528"/>
                  </a:lnTo>
                  <a:lnTo>
                    <a:pt x="101311" y="791007"/>
                  </a:lnTo>
                  <a:lnTo>
                    <a:pt x="167553" y="740352"/>
                  </a:lnTo>
                  <a:lnTo>
                    <a:pt x="214312" y="440314"/>
                  </a:lnTo>
                  <a:lnTo>
                    <a:pt x="280554" y="397452"/>
                  </a:lnTo>
                  <a:lnTo>
                    <a:pt x="277904" y="0"/>
                  </a:lnTo>
                  <a:lnTo>
                    <a:pt x="463173" y="0"/>
                  </a:lnTo>
                  <a:lnTo>
                    <a:pt x="658478" y="72944"/>
                  </a:lnTo>
                  <a:lnTo>
                    <a:pt x="704023" y="105052"/>
                  </a:lnTo>
                  <a:lnTo>
                    <a:pt x="837803" y="116196"/>
                  </a:lnTo>
                  <a:lnTo>
                    <a:pt x="1114241" y="375865"/>
                  </a:lnTo>
                  <a:lnTo>
                    <a:pt x="1114241" y="428157"/>
                  </a:lnTo>
                  <a:lnTo>
                    <a:pt x="1396622" y="581059"/>
                  </a:lnTo>
                  <a:lnTo>
                    <a:pt x="1507475" y="1031739"/>
                  </a:lnTo>
                  <a:lnTo>
                    <a:pt x="1664105" y="1143649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985163" y="2244436"/>
              <a:ext cx="1963881" cy="1215736"/>
            </a:xfrm>
            <a:custGeom>
              <a:avLst/>
              <a:gdLst/>
              <a:ahLst/>
              <a:cxnLst/>
              <a:rect l="0" t="0" r="0" b="0"/>
              <a:pathLst>
                <a:path w="1963881" h="1215736">
                  <a:moveTo>
                    <a:pt x="1963881" y="1215736"/>
                  </a:moveTo>
                  <a:lnTo>
                    <a:pt x="1683327" y="1215736"/>
                  </a:lnTo>
                  <a:moveTo>
                    <a:pt x="1683327" y="1215736"/>
                  </a:moveTo>
                  <a:lnTo>
                    <a:pt x="0" y="1215736"/>
                  </a:lnTo>
                  <a:lnTo>
                    <a:pt x="555808" y="841663"/>
                  </a:lnTo>
                  <a:lnTo>
                    <a:pt x="687812" y="866835"/>
                  </a:lnTo>
                  <a:lnTo>
                    <a:pt x="885124" y="634832"/>
                  </a:lnTo>
                  <a:lnTo>
                    <a:pt x="781605" y="551211"/>
                  </a:lnTo>
                  <a:lnTo>
                    <a:pt x="837803" y="464707"/>
                  </a:lnTo>
                  <a:lnTo>
                    <a:pt x="612392" y="169969"/>
                  </a:lnTo>
                  <a:lnTo>
                    <a:pt x="487412" y="137160"/>
                  </a:lnTo>
                  <a:lnTo>
                    <a:pt x="277904" y="0"/>
                  </a:lnTo>
                  <a:lnTo>
                    <a:pt x="463173" y="0"/>
                  </a:lnTo>
                  <a:lnTo>
                    <a:pt x="658478" y="72944"/>
                  </a:lnTo>
                  <a:lnTo>
                    <a:pt x="704023" y="105052"/>
                  </a:lnTo>
                  <a:lnTo>
                    <a:pt x="837803" y="116196"/>
                  </a:lnTo>
                  <a:lnTo>
                    <a:pt x="1114241" y="375865"/>
                  </a:lnTo>
                  <a:lnTo>
                    <a:pt x="1114241" y="428157"/>
                  </a:lnTo>
                  <a:lnTo>
                    <a:pt x="1396623" y="581059"/>
                  </a:lnTo>
                  <a:lnTo>
                    <a:pt x="1507475" y="1031739"/>
                  </a:lnTo>
                  <a:lnTo>
                    <a:pt x="1664105" y="1143649"/>
                  </a:lnTo>
                  <a:close/>
                  <a:moveTo>
                    <a:pt x="1480703" y="935181"/>
                  </a:moveTo>
                  <a:lnTo>
                    <a:pt x="1421708" y="935181"/>
                  </a:lnTo>
                  <a:lnTo>
                    <a:pt x="1163520" y="1214099"/>
                  </a:lnTo>
                  <a:moveTo>
                    <a:pt x="154460" y="1112785"/>
                  </a:moveTo>
                  <a:lnTo>
                    <a:pt x="102635" y="788744"/>
                  </a:lnTo>
                  <a:lnTo>
                    <a:pt x="162798" y="745025"/>
                  </a:lnTo>
                  <a:lnTo>
                    <a:pt x="212597" y="438597"/>
                  </a:lnTo>
                  <a:lnTo>
                    <a:pt x="432910" y="308762"/>
                  </a:lnTo>
                  <a:lnTo>
                    <a:pt x="492060" y="137156"/>
                  </a:lnTo>
                  <a:moveTo>
                    <a:pt x="212597" y="438597"/>
                  </a:moveTo>
                  <a:lnTo>
                    <a:pt x="382410" y="546374"/>
                  </a:lnTo>
                  <a:lnTo>
                    <a:pt x="454107" y="508343"/>
                  </a:lnTo>
                  <a:moveTo>
                    <a:pt x="1507277" y="1031744"/>
                  </a:moveTo>
                  <a:lnTo>
                    <a:pt x="1527462" y="1113104"/>
                  </a:lnTo>
                  <a:moveTo>
                    <a:pt x="1426150" y="935181"/>
                  </a:moveTo>
                  <a:lnTo>
                    <a:pt x="1439244" y="1122536"/>
                  </a:lnTo>
                  <a:moveTo>
                    <a:pt x="789133" y="551215"/>
                  </a:moveTo>
                  <a:lnTo>
                    <a:pt x="789133" y="703182"/>
                  </a:lnTo>
                  <a:moveTo>
                    <a:pt x="618230" y="169973"/>
                  </a:moveTo>
                  <a:lnTo>
                    <a:pt x="651273" y="727108"/>
                  </a:lnTo>
                  <a:moveTo>
                    <a:pt x="644571" y="614108"/>
                  </a:moveTo>
                  <a:lnTo>
                    <a:pt x="446858" y="843462"/>
                  </a:lnTo>
                  <a:moveTo>
                    <a:pt x="268162" y="668417"/>
                  </a:moveTo>
                  <a:lnTo>
                    <a:pt x="162798" y="745025"/>
                  </a:lnTo>
                  <a:moveTo>
                    <a:pt x="280553" y="0"/>
                  </a:moveTo>
                  <a:lnTo>
                    <a:pt x="280553" y="398543"/>
                  </a:lnTo>
                  <a:moveTo>
                    <a:pt x="382410" y="546374"/>
                  </a:moveTo>
                  <a:lnTo>
                    <a:pt x="356301" y="834021"/>
                  </a:lnTo>
                </a:path>
              </a:pathLst>
            </a:custGeom>
            <a:noFill/>
            <a:ln w="1168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2467841" y="3736827"/>
            <a:ext cx="4208318" cy="7793"/>
          </a:xfrm>
          <a:custGeom>
            <a:avLst/>
            <a:gdLst/>
            <a:ahLst/>
            <a:cxnLst/>
            <a:rect l="0" t="0" r="0" b="0"/>
            <a:pathLst>
              <a:path w="4208318" h="7793">
                <a:moveTo>
                  <a:pt x="4208318" y="0"/>
                </a:moveTo>
                <a:lnTo>
                  <a:pt x="0" y="0"/>
                </a:lnTo>
              </a:path>
            </a:pathLst>
          </a:custGeom>
          <a:noFill/>
          <a:ln w="11689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56114" y="3503031"/>
            <a:ext cx="4738350" cy="280547"/>
          </a:xfrm>
          <a:custGeom>
            <a:avLst/>
            <a:gdLst/>
            <a:ahLst/>
            <a:cxnLst/>
            <a:rect l="0" t="0" r="0" b="0"/>
            <a:pathLst>
              <a:path w="4738350" h="280547">
                <a:moveTo>
                  <a:pt x="3725140" y="280547"/>
                </a:moveTo>
                <a:lnTo>
                  <a:pt x="3725140" y="187340"/>
                </a:lnTo>
                <a:moveTo>
                  <a:pt x="2415886" y="187340"/>
                </a:moveTo>
                <a:lnTo>
                  <a:pt x="2415886" y="280547"/>
                </a:lnTo>
                <a:moveTo>
                  <a:pt x="1106631" y="280547"/>
                </a:moveTo>
                <a:lnTo>
                  <a:pt x="1106631" y="187340"/>
                </a:lnTo>
                <a:moveTo>
                  <a:pt x="4660398" y="28600"/>
                </a:moveTo>
                <a:cubicBezTo>
                  <a:pt x="4660398" y="12804"/>
                  <a:pt x="4672750" y="0"/>
                  <a:pt x="4687986" y="0"/>
                </a:cubicBezTo>
                <a:cubicBezTo>
                  <a:pt x="4703223" y="0"/>
                  <a:pt x="4715574" y="12804"/>
                  <a:pt x="4715574" y="28600"/>
                </a:cubicBezTo>
                <a:cubicBezTo>
                  <a:pt x="4715574" y="44396"/>
                  <a:pt x="4703223" y="57201"/>
                  <a:pt x="4687986" y="57201"/>
                </a:cubicBezTo>
                <a:cubicBezTo>
                  <a:pt x="4672750" y="57201"/>
                  <a:pt x="4660398" y="44396"/>
                  <a:pt x="4660398" y="28600"/>
                </a:cubicBezTo>
                <a:close/>
                <a:moveTo>
                  <a:pt x="4701624" y="171369"/>
                </a:moveTo>
                <a:cubicBezTo>
                  <a:pt x="4704217" y="132929"/>
                  <a:pt x="4701595" y="94314"/>
                  <a:pt x="4693831" y="56576"/>
                </a:cubicBezTo>
                <a:moveTo>
                  <a:pt x="4667959" y="233800"/>
                </a:moveTo>
                <a:cubicBezTo>
                  <a:pt x="4679649" y="182365"/>
                  <a:pt x="4702327" y="162804"/>
                  <a:pt x="4702327" y="162804"/>
                </a:cubicBezTo>
                <a:cubicBezTo>
                  <a:pt x="4702327" y="162804"/>
                  <a:pt x="4712770" y="181352"/>
                  <a:pt x="4721265" y="233800"/>
                </a:cubicBezTo>
                <a:moveTo>
                  <a:pt x="4702715" y="143479"/>
                </a:moveTo>
                <a:cubicBezTo>
                  <a:pt x="4694391" y="143125"/>
                  <a:pt x="4686364" y="140287"/>
                  <a:pt x="4679668" y="135327"/>
                </a:cubicBezTo>
                <a:cubicBezTo>
                  <a:pt x="4672973" y="130369"/>
                  <a:pt x="4667917" y="123518"/>
                  <a:pt x="4665152" y="115657"/>
                </a:cubicBezTo>
                <a:cubicBezTo>
                  <a:pt x="4664434" y="113824"/>
                  <a:pt x="4664246" y="111825"/>
                  <a:pt x="4664607" y="109890"/>
                </a:cubicBezTo>
                <a:cubicBezTo>
                  <a:pt x="4666367" y="101346"/>
                  <a:pt x="4670243" y="93381"/>
                  <a:pt x="4675880" y="86723"/>
                </a:cubicBezTo>
                <a:cubicBezTo>
                  <a:pt x="4681516" y="80064"/>
                  <a:pt x="4688734" y="74928"/>
                  <a:pt x="4696870" y="71782"/>
                </a:cubicBezTo>
                <a:cubicBezTo>
                  <a:pt x="4704510" y="72503"/>
                  <a:pt x="4711918" y="74800"/>
                  <a:pt x="4718625" y="78529"/>
                </a:cubicBezTo>
                <a:cubicBezTo>
                  <a:pt x="4725332" y="82258"/>
                  <a:pt x="4731192" y="87338"/>
                  <a:pt x="4735836" y="93447"/>
                </a:cubicBezTo>
                <a:cubicBezTo>
                  <a:pt x="4737467" y="95600"/>
                  <a:pt x="4738350" y="98227"/>
                  <a:pt x="4738350" y="100928"/>
                </a:cubicBezTo>
                <a:cubicBezTo>
                  <a:pt x="4738350" y="103629"/>
                  <a:pt x="4737467" y="106256"/>
                  <a:pt x="4735836" y="108410"/>
                </a:cubicBezTo>
                <a:cubicBezTo>
                  <a:pt x="4726905" y="121044"/>
                  <a:pt x="4715700" y="131906"/>
                  <a:pt x="4702793" y="140440"/>
                </a:cubicBezTo>
                <a:moveTo>
                  <a:pt x="52448" y="36394"/>
                </a:moveTo>
                <a:cubicBezTo>
                  <a:pt x="52448" y="20598"/>
                  <a:pt x="65253" y="7793"/>
                  <a:pt x="81049" y="7793"/>
                </a:cubicBezTo>
                <a:cubicBezTo>
                  <a:pt x="96845" y="7793"/>
                  <a:pt x="109650" y="20598"/>
                  <a:pt x="109650" y="36394"/>
                </a:cubicBezTo>
                <a:cubicBezTo>
                  <a:pt x="109650" y="52190"/>
                  <a:pt x="96845" y="64995"/>
                  <a:pt x="81049" y="64995"/>
                </a:cubicBezTo>
                <a:cubicBezTo>
                  <a:pt x="65253" y="64995"/>
                  <a:pt x="52448" y="52190"/>
                  <a:pt x="52448" y="36394"/>
                </a:cubicBezTo>
                <a:close/>
                <a:moveTo>
                  <a:pt x="120406" y="229507"/>
                </a:moveTo>
                <a:lnTo>
                  <a:pt x="85181" y="229507"/>
                </a:lnTo>
                <a:cubicBezTo>
                  <a:pt x="123055" y="128508"/>
                  <a:pt x="85181" y="64993"/>
                  <a:pt x="85181" y="64993"/>
                </a:cubicBezTo>
                <a:moveTo>
                  <a:pt x="102011" y="144019"/>
                </a:moveTo>
                <a:lnTo>
                  <a:pt x="134821" y="136226"/>
                </a:lnTo>
                <a:cubicBezTo>
                  <a:pt x="135905" y="135966"/>
                  <a:pt x="137035" y="135965"/>
                  <a:pt x="138120" y="136224"/>
                </a:cubicBezTo>
                <a:cubicBezTo>
                  <a:pt x="139204" y="136482"/>
                  <a:pt x="140212" y="136993"/>
                  <a:pt x="141062" y="137714"/>
                </a:cubicBezTo>
                <a:cubicBezTo>
                  <a:pt x="141913" y="138434"/>
                  <a:pt x="142581" y="139346"/>
                  <a:pt x="143013" y="140374"/>
                </a:cubicBezTo>
                <a:cubicBezTo>
                  <a:pt x="143445" y="141402"/>
                  <a:pt x="143629" y="142517"/>
                  <a:pt x="143548" y="143629"/>
                </a:cubicBezTo>
                <a:lnTo>
                  <a:pt x="139964" y="193350"/>
                </a:lnTo>
                <a:cubicBezTo>
                  <a:pt x="139837" y="194357"/>
                  <a:pt x="139933" y="195379"/>
                  <a:pt x="140244" y="196345"/>
                </a:cubicBezTo>
                <a:cubicBezTo>
                  <a:pt x="140556" y="197311"/>
                  <a:pt x="141076" y="198197"/>
                  <a:pt x="141766" y="198940"/>
                </a:cubicBezTo>
                <a:cubicBezTo>
                  <a:pt x="142457" y="199683"/>
                  <a:pt x="143304" y="200266"/>
                  <a:pt x="144244" y="200647"/>
                </a:cubicBezTo>
                <a:cubicBezTo>
                  <a:pt x="145185" y="201027"/>
                  <a:pt x="146198" y="201197"/>
                  <a:pt x="147211" y="201143"/>
                </a:cubicBezTo>
                <a:cubicBezTo>
                  <a:pt x="152326" y="200463"/>
                  <a:pt x="157519" y="201553"/>
                  <a:pt x="161928" y="204232"/>
                </a:cubicBezTo>
                <a:cubicBezTo>
                  <a:pt x="166337" y="206912"/>
                  <a:pt x="169697" y="211019"/>
                  <a:pt x="171448" y="215872"/>
                </a:cubicBezTo>
                <a:moveTo>
                  <a:pt x="0" y="85028"/>
                </a:moveTo>
                <a:cubicBezTo>
                  <a:pt x="35225" y="71857"/>
                  <a:pt x="94063" y="86665"/>
                  <a:pt x="94063" y="86665"/>
                </a:cubicBezTo>
                <a:cubicBezTo>
                  <a:pt x="104759" y="81224"/>
                  <a:pt x="116588" y="78388"/>
                  <a:pt x="128587" y="78388"/>
                </a:cubicBezTo>
                <a:cubicBezTo>
                  <a:pt x="140586" y="78388"/>
                  <a:pt x="152416" y="81224"/>
                  <a:pt x="163111" y="86665"/>
                </a:cubicBezTo>
              </a:path>
            </a:pathLst>
          </a:custGeom>
          <a:noFill/>
          <a:ln w="1168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2374323" y="3690068"/>
            <a:ext cx="4395355" cy="93518"/>
            <a:chOff x="1917122" y="2197677"/>
            <a:chExt cx="4395355" cy="93518"/>
          </a:xfrm>
        </p:grpSpPr>
        <p:sp>
          <p:nvSpPr>
            <p:cNvPr id="11" name="Rounded Rectangle 10"/>
            <p:cNvSpPr/>
            <p:nvPr/>
          </p:nvSpPr>
          <p:spPr>
            <a:xfrm>
              <a:off x="1917122" y="2197677"/>
              <a:ext cx="93518" cy="93518"/>
            </a:xfrm>
            <a:custGeom>
              <a:avLst/>
              <a:gdLst/>
              <a:ahLst/>
              <a:cxnLst/>
              <a:rect l="0" t="0" r="0" b="0"/>
              <a:pathLst>
                <a:path w="93518" h="93518">
                  <a:moveTo>
                    <a:pt x="93518" y="46759"/>
                  </a:moveTo>
                  <a:cubicBezTo>
                    <a:pt x="93518" y="72583"/>
                    <a:pt x="72583" y="93518"/>
                    <a:pt x="46759" y="93518"/>
                  </a:cubicBezTo>
                  <a:cubicBezTo>
                    <a:pt x="20934" y="93518"/>
                    <a:pt x="0" y="72583"/>
                    <a:pt x="0" y="46759"/>
                  </a:cubicBezTo>
                  <a:cubicBezTo>
                    <a:pt x="0" y="20934"/>
                    <a:pt x="20934" y="0"/>
                    <a:pt x="46759" y="0"/>
                  </a:cubicBezTo>
                  <a:cubicBezTo>
                    <a:pt x="72583" y="0"/>
                    <a:pt x="93518" y="20934"/>
                    <a:pt x="93518" y="46759"/>
                  </a:cubicBezTo>
                  <a:close/>
                </a:path>
              </a:pathLst>
            </a:custGeom>
            <a:solidFill>
              <a:srgbClr val="FD6A6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8959" y="2197677"/>
              <a:ext cx="93518" cy="93518"/>
            </a:xfrm>
            <a:custGeom>
              <a:avLst/>
              <a:gdLst/>
              <a:ahLst/>
              <a:cxnLst/>
              <a:rect l="0" t="0" r="0" b="0"/>
              <a:pathLst>
                <a:path w="93518" h="93518">
                  <a:moveTo>
                    <a:pt x="93518" y="46759"/>
                  </a:moveTo>
                  <a:cubicBezTo>
                    <a:pt x="93518" y="72583"/>
                    <a:pt x="72583" y="93518"/>
                    <a:pt x="46759" y="93518"/>
                  </a:cubicBezTo>
                  <a:cubicBezTo>
                    <a:pt x="20934" y="93518"/>
                    <a:pt x="0" y="72583"/>
                    <a:pt x="0" y="46759"/>
                  </a:cubicBezTo>
                  <a:cubicBezTo>
                    <a:pt x="0" y="20934"/>
                    <a:pt x="20934" y="0"/>
                    <a:pt x="46759" y="0"/>
                  </a:cubicBezTo>
                  <a:cubicBezTo>
                    <a:pt x="72583" y="0"/>
                    <a:pt x="93518" y="20934"/>
                    <a:pt x="93518" y="46759"/>
                  </a:cubicBezTo>
                  <a:close/>
                </a:path>
              </a:pathLst>
            </a:custGeom>
            <a:solidFill>
              <a:srgbClr val="FD6A6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917122" y="2197677"/>
              <a:ext cx="93518" cy="93518"/>
            </a:xfrm>
            <a:custGeom>
              <a:avLst/>
              <a:gdLst/>
              <a:ahLst/>
              <a:cxnLst/>
              <a:rect l="0" t="0" r="0" b="0"/>
              <a:pathLst>
                <a:path w="93518" h="93518">
                  <a:moveTo>
                    <a:pt x="93518" y="46759"/>
                  </a:moveTo>
                  <a:cubicBezTo>
                    <a:pt x="93518" y="72583"/>
                    <a:pt x="72583" y="93518"/>
                    <a:pt x="46759" y="93518"/>
                  </a:cubicBezTo>
                  <a:cubicBezTo>
                    <a:pt x="20934" y="93518"/>
                    <a:pt x="0" y="72583"/>
                    <a:pt x="0" y="46759"/>
                  </a:cubicBezTo>
                  <a:cubicBezTo>
                    <a:pt x="0" y="20934"/>
                    <a:pt x="20934" y="0"/>
                    <a:pt x="46759" y="0"/>
                  </a:cubicBezTo>
                  <a:cubicBezTo>
                    <a:pt x="72583" y="0"/>
                    <a:pt x="93518" y="20934"/>
                    <a:pt x="93518" y="46759"/>
                  </a:cubicBezTo>
                  <a:close/>
                </a:path>
              </a:pathLst>
            </a:custGeom>
            <a:noFill/>
            <a:ln w="1168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8959" y="2197677"/>
              <a:ext cx="93518" cy="93518"/>
            </a:xfrm>
            <a:custGeom>
              <a:avLst/>
              <a:gdLst/>
              <a:ahLst/>
              <a:cxnLst/>
              <a:rect l="0" t="0" r="0" b="0"/>
              <a:pathLst>
                <a:path w="93518" h="93518">
                  <a:moveTo>
                    <a:pt x="93518" y="46759"/>
                  </a:moveTo>
                  <a:cubicBezTo>
                    <a:pt x="93518" y="72583"/>
                    <a:pt x="72583" y="93518"/>
                    <a:pt x="46759" y="93518"/>
                  </a:cubicBezTo>
                  <a:cubicBezTo>
                    <a:pt x="20934" y="93518"/>
                    <a:pt x="0" y="72583"/>
                    <a:pt x="0" y="46759"/>
                  </a:cubicBezTo>
                  <a:cubicBezTo>
                    <a:pt x="0" y="20934"/>
                    <a:pt x="20934" y="0"/>
                    <a:pt x="46759" y="0"/>
                  </a:cubicBezTo>
                  <a:cubicBezTo>
                    <a:pt x="72583" y="0"/>
                    <a:pt x="93518" y="20934"/>
                    <a:pt x="93518" y="46759"/>
                  </a:cubicBezTo>
                  <a:close/>
                </a:path>
              </a:pathLst>
            </a:custGeom>
            <a:noFill/>
            <a:ln w="1168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70489" y="439884"/>
            <a:ext cx="3699474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Cortex </a:t>
            </a:r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Tool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159" y="2345744"/>
            <a:ext cx="55957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0CB15"/>
                </a:solidFill>
                <a:latin typeface="Abadi MT Condensed Light" panose="020B0306030101010103" pitchFamily="34" charset="77"/>
              </a:rPr>
              <a:t>Chat-like
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3975" y="2532780"/>
            <a:ext cx="101617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543A3A"/>
                </a:solidFill>
                <a:latin typeface="Abadi MT Condensed Light" panose="020B0306030101010103" pitchFamily="34" charset="77"/>
              </a:rPr>
              <a:t>Complex System
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2406" y="2532780"/>
            <a:ext cx="735138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DE8431"/>
                </a:solidFill>
                <a:latin typeface="Abadi MT Condensed Light" panose="020B0306030101010103" pitchFamily="34" charset="77"/>
              </a:rPr>
              <a:t>MCP Server
Wrapping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0353" y="2532780"/>
            <a:ext cx="697242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2BD39"/>
                </a:solidFill>
                <a:latin typeface="Abadi MT Condensed Light" panose="020B0306030101010103" pitchFamily="34" charset="77"/>
              </a:rPr>
              <a:t>Feature
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2023" y="2532780"/>
            <a:ext cx="109645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74840"/>
                </a:solidFill>
                <a:latin typeface="Abadi MT Condensed Light" panose="020B0306030101010103" pitchFamily="34" charset="77"/>
              </a:rPr>
              <a:t>Simplified System
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3780" y="2832818"/>
            <a:ext cx="1194174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6432D"/>
                </a:solidFill>
                <a:latin typeface="Abadi MT Condensed Light" panose="020B0306030101010103" pitchFamily="34" charset="77"/>
              </a:rPr>
              <a:t>Intuitive interaction,
simplified
commands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139" y="2996475"/>
            <a:ext cx="143116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43A3A"/>
                </a:solidFill>
                <a:latin typeface="Abadi MT Condensed Light" panose="020B0306030101010103" pitchFamily="34" charset="77"/>
              </a:rPr>
              <a:t>Disparate tools, manual
processes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2184" y="2996475"/>
            <a:ext cx="124630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C4034"/>
                </a:solidFill>
                <a:latin typeface="Abadi MT Condensed Light" panose="020B0306030101010103" pitchFamily="34" charset="77"/>
              </a:rPr>
              <a:t>Standardized access
via 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2120" y="2996475"/>
            <a:ext cx="1208729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24736"/>
                </a:solidFill>
                <a:latin typeface="Abadi MT Condensed Light" panose="020B0306030101010103" pitchFamily="34" charset="77"/>
              </a:rPr>
              <a:t>Automation, search,
AI visualizations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2023" y="2996475"/>
            <a:ext cx="1276888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74840"/>
                </a:solidFill>
                <a:latin typeface="Abadi MT Condensed Light" panose="020B0306030101010103" pitchFamily="34" charset="77"/>
              </a:rPr>
              <a:t>Unified access,
automated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3738373" y="2768913"/>
            <a:ext cx="1751091" cy="1751315"/>
          </a:xfrm>
          <a:custGeom>
            <a:avLst/>
            <a:gdLst/>
            <a:ahLst/>
            <a:cxnLst/>
            <a:rect l="0" t="0" r="0" b="0"/>
            <a:pathLst>
              <a:path w="1751091" h="1751315">
                <a:moveTo>
                  <a:pt x="138" y="875657"/>
                </a:moveTo>
                <a:cubicBezTo>
                  <a:pt x="0" y="392085"/>
                  <a:pt x="391973" y="0"/>
                  <a:pt x="875545" y="0"/>
                </a:cubicBezTo>
                <a:cubicBezTo>
                  <a:pt x="1359117" y="0"/>
                  <a:pt x="1751091" y="392085"/>
                  <a:pt x="1750953" y="875657"/>
                </a:cubicBezTo>
                <a:cubicBezTo>
                  <a:pt x="1751091" y="1359229"/>
                  <a:pt x="1359117" y="1751315"/>
                  <a:pt x="875545" y="1751315"/>
                </a:cubicBezTo>
                <a:cubicBezTo>
                  <a:pt x="391973" y="1751315"/>
                  <a:pt x="0" y="1359229"/>
                  <a:pt x="138" y="875657"/>
                </a:cubicBezTo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grpSp>
        <p:nvGrpSpPr>
          <p:cNvPr id="4" name="Group 3"/>
          <p:cNvGrpSpPr/>
          <p:nvPr/>
        </p:nvGrpSpPr>
        <p:grpSpPr>
          <a:xfrm>
            <a:off x="2460178" y="2106137"/>
            <a:ext cx="1516058" cy="2245567"/>
            <a:chOff x="1938943" y="1319173"/>
            <a:chExt cx="1516058" cy="2245567"/>
          </a:xfrm>
        </p:grpSpPr>
        <p:sp>
          <p:nvSpPr>
            <p:cNvPr id="2" name="Rounded Rectangle 1"/>
            <p:cNvSpPr/>
            <p:nvPr/>
          </p:nvSpPr>
          <p:spPr>
            <a:xfrm>
              <a:off x="1938943" y="1319173"/>
              <a:ext cx="1516058" cy="2245567"/>
            </a:xfrm>
            <a:custGeom>
              <a:avLst/>
              <a:gdLst/>
              <a:ahLst/>
              <a:cxnLst/>
              <a:rect l="0" t="0" r="0" b="0"/>
              <a:pathLst>
                <a:path w="1516058" h="2245567">
                  <a:moveTo>
                    <a:pt x="1428704" y="266404"/>
                  </a:moveTo>
                  <a:lnTo>
                    <a:pt x="1516058" y="817203"/>
                  </a:lnTo>
                  <a:cubicBezTo>
                    <a:pt x="1206996" y="1089089"/>
                    <a:pt x="1105394" y="1542617"/>
                    <a:pt x="1268250" y="1919225"/>
                  </a:cubicBezTo>
                  <a:lnTo>
                    <a:pt x="715723" y="1831829"/>
                  </a:lnTo>
                  <a:lnTo>
                    <a:pt x="301816" y="2245567"/>
                  </a:lnTo>
                  <a:cubicBezTo>
                    <a:pt x="0" y="1457197"/>
                    <a:pt x="247584" y="533128"/>
                    <a:pt x="906119" y="0"/>
                  </a:cubicBezTo>
                  <a:close/>
                </a:path>
              </a:pathLst>
            </a:custGeom>
            <a:solidFill>
              <a:srgbClr val="DE58A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38943" y="1319173"/>
              <a:ext cx="1516058" cy="2245567"/>
            </a:xfrm>
            <a:custGeom>
              <a:avLst/>
              <a:gdLst/>
              <a:ahLst/>
              <a:cxnLst/>
              <a:rect l="0" t="0" r="0" b="0"/>
              <a:pathLst>
                <a:path w="1516058" h="2245567">
                  <a:moveTo>
                    <a:pt x="1428704" y="266404"/>
                  </a:moveTo>
                  <a:lnTo>
                    <a:pt x="1516058" y="817203"/>
                  </a:lnTo>
                  <a:cubicBezTo>
                    <a:pt x="1206996" y="1089089"/>
                    <a:pt x="1105394" y="1542617"/>
                    <a:pt x="1268250" y="1919225"/>
                  </a:cubicBezTo>
                  <a:lnTo>
                    <a:pt x="715723" y="1831829"/>
                  </a:lnTo>
                  <a:lnTo>
                    <a:pt x="301816" y="2245567"/>
                  </a:lnTo>
                  <a:cubicBezTo>
                    <a:pt x="0" y="1457197"/>
                    <a:pt x="247584" y="533128"/>
                    <a:pt x="906119" y="0"/>
                  </a:cubicBezTo>
                  <a:close/>
                </a:path>
              </a:pathLst>
            </a:custGeom>
            <a:noFill/>
            <a:ln w="1156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61996" y="3937967"/>
            <a:ext cx="1947554" cy="1724289"/>
            <a:chOff x="2240761" y="3151003"/>
            <a:chExt cx="1947554" cy="1724289"/>
          </a:xfrm>
        </p:grpSpPr>
        <p:sp>
          <p:nvSpPr>
            <p:cNvPr id="5" name="Rounded Rectangle 4"/>
            <p:cNvSpPr/>
            <p:nvPr/>
          </p:nvSpPr>
          <p:spPr>
            <a:xfrm>
              <a:off x="2240761" y="3151003"/>
              <a:ext cx="1947554" cy="1724289"/>
            </a:xfrm>
            <a:custGeom>
              <a:avLst/>
              <a:gdLst/>
              <a:ahLst/>
              <a:cxnLst/>
              <a:rect l="0" t="0" r="0" b="0"/>
              <a:pathLst>
                <a:path w="1947554" h="1724289">
                  <a:moveTo>
                    <a:pt x="1947554" y="1682497"/>
                  </a:moveTo>
                  <a:cubicBezTo>
                    <a:pt x="1102435" y="1724289"/>
                    <a:pt x="302954" y="1205080"/>
                    <a:pt x="0" y="413738"/>
                  </a:cubicBezTo>
                  <a:lnTo>
                    <a:pt x="413907" y="0"/>
                  </a:lnTo>
                  <a:lnTo>
                    <a:pt x="966434" y="87395"/>
                  </a:lnTo>
                  <a:cubicBezTo>
                    <a:pt x="1129616" y="464758"/>
                    <a:pt x="1528125" y="700074"/>
                    <a:pt x="1936507" y="662847"/>
                  </a:cubicBezTo>
                  <a:lnTo>
                    <a:pt x="1682394" y="1161826"/>
                  </a:lnTo>
                  <a:close/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40761" y="3151003"/>
              <a:ext cx="1947554" cy="1724289"/>
            </a:xfrm>
            <a:custGeom>
              <a:avLst/>
              <a:gdLst/>
              <a:ahLst/>
              <a:cxnLst/>
              <a:rect l="0" t="0" r="0" b="0"/>
              <a:pathLst>
                <a:path w="1947554" h="1724289">
                  <a:moveTo>
                    <a:pt x="1947554" y="1682497"/>
                  </a:moveTo>
                  <a:cubicBezTo>
                    <a:pt x="1102435" y="1724289"/>
                    <a:pt x="302954" y="1205080"/>
                    <a:pt x="0" y="413738"/>
                  </a:cubicBezTo>
                  <a:lnTo>
                    <a:pt x="413907" y="0"/>
                  </a:lnTo>
                  <a:lnTo>
                    <a:pt x="966434" y="87395"/>
                  </a:lnTo>
                  <a:cubicBezTo>
                    <a:pt x="1129616" y="464758"/>
                    <a:pt x="1528125" y="700074"/>
                    <a:pt x="1936507" y="662847"/>
                  </a:cubicBezTo>
                  <a:lnTo>
                    <a:pt x="1682394" y="1161826"/>
                  </a:lnTo>
                  <a:close/>
                </a:path>
              </a:pathLst>
            </a:custGeom>
            <a:noFill/>
            <a:ln w="1156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44391" y="3857923"/>
            <a:ext cx="2076139" cy="1762540"/>
            <a:chOff x="3923156" y="3070959"/>
            <a:chExt cx="2076139" cy="1762540"/>
          </a:xfrm>
        </p:grpSpPr>
        <p:sp>
          <p:nvSpPr>
            <p:cNvPr id="8" name="Rounded Rectangle 7"/>
            <p:cNvSpPr/>
            <p:nvPr/>
          </p:nvSpPr>
          <p:spPr>
            <a:xfrm>
              <a:off x="3923156" y="3070959"/>
              <a:ext cx="2076139" cy="1762540"/>
            </a:xfrm>
            <a:custGeom>
              <a:avLst/>
              <a:gdLst/>
              <a:ahLst/>
              <a:cxnLst/>
              <a:rect l="0" t="0" r="0" b="0"/>
              <a:pathLst>
                <a:path w="2076139" h="1762540">
                  <a:moveTo>
                    <a:pt x="0" y="1241869"/>
                  </a:moveTo>
                  <a:lnTo>
                    <a:pt x="254114" y="742891"/>
                  </a:lnTo>
                  <a:cubicBezTo>
                    <a:pt x="671435" y="704849"/>
                    <a:pt x="1011585" y="399793"/>
                    <a:pt x="1102288" y="0"/>
                  </a:cubicBezTo>
                  <a:lnTo>
                    <a:pt x="1496944" y="394495"/>
                  </a:lnTo>
                  <a:lnTo>
                    <a:pt x="2076139" y="302881"/>
                  </a:lnTo>
                  <a:cubicBezTo>
                    <a:pt x="1857359" y="1114452"/>
                    <a:pt x="1135189" y="1719516"/>
                    <a:pt x="265160" y="1762540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923156" y="3070959"/>
              <a:ext cx="2076139" cy="1762540"/>
            </a:xfrm>
            <a:custGeom>
              <a:avLst/>
              <a:gdLst/>
              <a:ahLst/>
              <a:cxnLst/>
              <a:rect l="0" t="0" r="0" b="0"/>
              <a:pathLst>
                <a:path w="2076139" h="1762540">
                  <a:moveTo>
                    <a:pt x="0" y="1241869"/>
                  </a:moveTo>
                  <a:lnTo>
                    <a:pt x="254114" y="742891"/>
                  </a:lnTo>
                  <a:cubicBezTo>
                    <a:pt x="671435" y="704849"/>
                    <a:pt x="1011585" y="399793"/>
                    <a:pt x="1102288" y="0"/>
                  </a:cubicBezTo>
                  <a:lnTo>
                    <a:pt x="1496944" y="394495"/>
                  </a:lnTo>
                  <a:lnTo>
                    <a:pt x="2076139" y="302881"/>
                  </a:lnTo>
                  <a:cubicBezTo>
                    <a:pt x="1857359" y="1114452"/>
                    <a:pt x="1135189" y="1719516"/>
                    <a:pt x="265160" y="1762540"/>
                  </a:cubicBezTo>
                  <a:close/>
                </a:path>
              </a:pathLst>
            </a:custGeom>
            <a:noFill/>
            <a:ln w="1156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102087" y="1986641"/>
            <a:ext cx="1638212" cy="2265777"/>
            <a:chOff x="4580852" y="1199677"/>
            <a:chExt cx="1638212" cy="2265777"/>
          </a:xfrm>
        </p:grpSpPr>
        <p:sp>
          <p:nvSpPr>
            <p:cNvPr id="11" name="Rounded Rectangle 10"/>
            <p:cNvSpPr/>
            <p:nvPr/>
          </p:nvSpPr>
          <p:spPr>
            <a:xfrm>
              <a:off x="4580852" y="1199677"/>
              <a:ext cx="1638212" cy="2265777"/>
            </a:xfrm>
            <a:custGeom>
              <a:avLst/>
              <a:gdLst/>
              <a:ahLst/>
              <a:cxnLst/>
              <a:rect l="0" t="0" r="0" b="0"/>
              <a:pathLst>
                <a:path w="1638212" h="2265777">
                  <a:moveTo>
                    <a:pt x="444584" y="1871282"/>
                  </a:moveTo>
                  <a:cubicBezTo>
                    <a:pt x="535240" y="1471686"/>
                    <a:pt x="353302" y="1044186"/>
                    <a:pt x="0" y="833056"/>
                  </a:cubicBezTo>
                  <a:lnTo>
                    <a:pt x="495922" y="580243"/>
                  </a:lnTo>
                  <a:lnTo>
                    <a:pt x="587945" y="0"/>
                  </a:lnTo>
                  <a:cubicBezTo>
                    <a:pt x="1298196" y="463537"/>
                    <a:pt x="1638212" y="1358893"/>
                    <a:pt x="1418435" y="2174163"/>
                  </a:cubicBezTo>
                  <a:lnTo>
                    <a:pt x="839241" y="2265777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580852" y="1199677"/>
              <a:ext cx="1638212" cy="2265777"/>
            </a:xfrm>
            <a:custGeom>
              <a:avLst/>
              <a:gdLst/>
              <a:ahLst/>
              <a:cxnLst/>
              <a:rect l="0" t="0" r="0" b="0"/>
              <a:pathLst>
                <a:path w="1638212" h="2265777">
                  <a:moveTo>
                    <a:pt x="444584" y="1871282"/>
                  </a:moveTo>
                  <a:cubicBezTo>
                    <a:pt x="535240" y="1471686"/>
                    <a:pt x="353302" y="1044186"/>
                    <a:pt x="0" y="833056"/>
                  </a:cubicBezTo>
                  <a:lnTo>
                    <a:pt x="495922" y="580243"/>
                  </a:lnTo>
                  <a:lnTo>
                    <a:pt x="587945" y="0"/>
                  </a:lnTo>
                  <a:cubicBezTo>
                    <a:pt x="1298196" y="463537"/>
                    <a:pt x="1638212" y="1358893"/>
                    <a:pt x="1418435" y="2174163"/>
                  </a:cubicBezTo>
                  <a:lnTo>
                    <a:pt x="839241" y="2265777"/>
                  </a:lnTo>
                  <a:close/>
                </a:path>
              </a:pathLst>
            </a:custGeom>
            <a:noFill/>
            <a:ln w="1156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66297" y="1523710"/>
            <a:ext cx="2323739" cy="1399626"/>
            <a:chOff x="2845062" y="736746"/>
            <a:chExt cx="2323739" cy="1399626"/>
          </a:xfrm>
        </p:grpSpPr>
        <p:sp>
          <p:nvSpPr>
            <p:cNvPr id="14" name="Rounded Rectangle 13"/>
            <p:cNvSpPr/>
            <p:nvPr/>
          </p:nvSpPr>
          <p:spPr>
            <a:xfrm>
              <a:off x="2845062" y="736746"/>
              <a:ext cx="2323739" cy="1399626"/>
            </a:xfrm>
            <a:custGeom>
              <a:avLst/>
              <a:gdLst/>
              <a:ahLst/>
              <a:cxnLst/>
              <a:rect l="0" t="0" r="0" b="0"/>
              <a:pathLst>
                <a:path w="2323739" h="1399626">
                  <a:moveTo>
                    <a:pt x="1735793" y="1295983"/>
                  </a:moveTo>
                  <a:cubicBezTo>
                    <a:pt x="1382572" y="1084901"/>
                    <a:pt x="919329" y="1127450"/>
                    <a:pt x="609938" y="1399626"/>
                  </a:cubicBezTo>
                  <a:lnTo>
                    <a:pt x="522584" y="848828"/>
                  </a:lnTo>
                  <a:lnTo>
                    <a:pt x="0" y="582423"/>
                  </a:lnTo>
                  <a:cubicBezTo>
                    <a:pt x="658848" y="49042"/>
                    <a:pt x="1614424" y="0"/>
                    <a:pt x="2323739" y="462927"/>
                  </a:cubicBezTo>
                  <a:lnTo>
                    <a:pt x="2231716" y="1043170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845062" y="736746"/>
              <a:ext cx="2323739" cy="1399626"/>
            </a:xfrm>
            <a:custGeom>
              <a:avLst/>
              <a:gdLst/>
              <a:ahLst/>
              <a:cxnLst/>
              <a:rect l="0" t="0" r="0" b="0"/>
              <a:pathLst>
                <a:path w="2323739" h="1399626">
                  <a:moveTo>
                    <a:pt x="1735793" y="1295983"/>
                  </a:moveTo>
                  <a:cubicBezTo>
                    <a:pt x="1382572" y="1084901"/>
                    <a:pt x="919329" y="1127450"/>
                    <a:pt x="609938" y="1399626"/>
                  </a:cubicBezTo>
                  <a:lnTo>
                    <a:pt x="522584" y="848828"/>
                  </a:lnTo>
                  <a:lnTo>
                    <a:pt x="0" y="582423"/>
                  </a:lnTo>
                  <a:cubicBezTo>
                    <a:pt x="658848" y="49042"/>
                    <a:pt x="1614424" y="0"/>
                    <a:pt x="2323739" y="462927"/>
                  </a:cubicBezTo>
                  <a:lnTo>
                    <a:pt x="2231716" y="1043170"/>
                  </a:lnTo>
                  <a:close/>
                </a:path>
              </a:pathLst>
            </a:custGeom>
            <a:noFill/>
            <a:ln w="1156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783601" y="1237537"/>
            <a:ext cx="103284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CC583"/>
                </a:solidFill>
              </a:rPr>
              <a:t>Connect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6187" y="1439217"/>
            <a:ext cx="193559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74840"/>
                </a:solidFill>
              </a:rPr>
              <a:t>Establish connections with
enterprise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7049" y="2487297"/>
            <a:ext cx="102515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solidFill>
                  <a:srgbClr val="DE58A9"/>
                </a:solidFill>
              </a:rPr>
              <a:t>Generate
Visualizations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261" y="2926404"/>
            <a:ext cx="199253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 dirty="0">
                <a:solidFill>
                  <a:srgbClr val="573E4D"/>
                </a:solidFill>
              </a:rPr>
              <a:t>Create charts and diagrams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5635" y="2858614"/>
            <a:ext cx="1550280" cy="226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92BD39"/>
                </a:solidFill>
                <a:latin typeface="Roboto"/>
              </a:rPr>
              <a:t>Simplify Interactions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5315" y="3143640"/>
            <a:ext cx="191943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424736"/>
                </a:solidFill>
              </a:rPr>
              <a:t>Wrap tools in MCP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997" y="4848711"/>
            <a:ext cx="144783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solidFill>
                  <a:srgbClr val="7F64EA"/>
                </a:solidFill>
              </a:rPr>
              <a:t>Extract 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022" y="493832"/>
            <a:ext cx="3856377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Cortex Interaction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3523" y="5124311"/>
            <a:ext cx="180684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32444A"/>
                </a:solidFill>
              </a:rPr>
              <a:t>Use workflow builder for
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5441" y="5275502"/>
            <a:ext cx="2092945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 dirty="0">
                <a:solidFill>
                  <a:srgbClr val="443E5C"/>
                </a:solidFill>
              </a:rPr>
              <a:t>Employ embeddings for data
retrieval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1900" y="4902021"/>
            <a:ext cx="117679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ABDA"/>
                </a:solidFill>
              </a:rPr>
              <a:t>Automate Tasks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6524" y="2001736"/>
            <a:ext cx="347077" cy="347077"/>
          </a:xfrm>
          <a:custGeom>
            <a:avLst/>
            <a:gdLst/>
            <a:ahLst/>
            <a:cxnLst/>
            <a:rect l="0" t="0" r="0" b="0"/>
            <a:pathLst>
              <a:path w="347077" h="347077">
                <a:moveTo>
                  <a:pt x="107979" y="286919"/>
                </a:moveTo>
                <a:cubicBezTo>
                  <a:pt x="115692" y="286919"/>
                  <a:pt x="121862" y="283834"/>
                  <a:pt x="126490" y="279206"/>
                </a:cubicBezTo>
                <a:cubicBezTo>
                  <a:pt x="131118" y="274578"/>
                  <a:pt x="134203" y="266864"/>
                  <a:pt x="134203" y="260693"/>
                </a:cubicBezTo>
                <a:lnTo>
                  <a:pt x="134203" y="178939"/>
                </a:lnTo>
                <a:cubicBezTo>
                  <a:pt x="154256" y="169684"/>
                  <a:pt x="169682" y="148088"/>
                  <a:pt x="169682" y="123406"/>
                </a:cubicBezTo>
                <a:cubicBezTo>
                  <a:pt x="169682" y="97182"/>
                  <a:pt x="154256" y="75586"/>
                  <a:pt x="131118" y="66331"/>
                </a:cubicBezTo>
                <a:lnTo>
                  <a:pt x="131118" y="69416"/>
                </a:lnTo>
                <a:lnTo>
                  <a:pt x="131118" y="107980"/>
                </a:lnTo>
                <a:cubicBezTo>
                  <a:pt x="131118" y="120321"/>
                  <a:pt x="120320" y="131119"/>
                  <a:pt x="107979" y="131119"/>
                </a:cubicBezTo>
                <a:cubicBezTo>
                  <a:pt x="95639" y="131119"/>
                  <a:pt x="84841" y="120321"/>
                  <a:pt x="84841" y="107980"/>
                </a:cubicBezTo>
                <a:lnTo>
                  <a:pt x="84841" y="69416"/>
                </a:lnTo>
                <a:lnTo>
                  <a:pt x="84841" y="66331"/>
                </a:lnTo>
                <a:cubicBezTo>
                  <a:pt x="61702" y="75586"/>
                  <a:pt x="46277" y="97182"/>
                  <a:pt x="46277" y="123406"/>
                </a:cubicBezTo>
                <a:cubicBezTo>
                  <a:pt x="46277" y="148088"/>
                  <a:pt x="60160" y="168141"/>
                  <a:pt x="81756" y="178939"/>
                </a:cubicBezTo>
                <a:lnTo>
                  <a:pt x="81756" y="260693"/>
                </a:lnTo>
                <a:cubicBezTo>
                  <a:pt x="80213" y="274577"/>
                  <a:pt x="92554" y="286919"/>
                  <a:pt x="107979" y="286919"/>
                </a:cubicBezTo>
                <a:close/>
                <a:moveTo>
                  <a:pt x="0" y="30851"/>
                </a:moveTo>
                <a:cubicBezTo>
                  <a:pt x="0" y="13883"/>
                  <a:pt x="13883" y="0"/>
                  <a:pt x="30851" y="0"/>
                </a:cubicBezTo>
                <a:lnTo>
                  <a:pt x="316226" y="0"/>
                </a:lnTo>
                <a:cubicBezTo>
                  <a:pt x="333194" y="0"/>
                  <a:pt x="347077" y="13883"/>
                  <a:pt x="347077" y="30851"/>
                </a:cubicBezTo>
                <a:lnTo>
                  <a:pt x="347077" y="316226"/>
                </a:lnTo>
                <a:cubicBezTo>
                  <a:pt x="347077" y="333194"/>
                  <a:pt x="333194" y="347077"/>
                  <a:pt x="316226" y="347077"/>
                </a:cubicBezTo>
                <a:lnTo>
                  <a:pt x="30851" y="347077"/>
                </a:lnTo>
                <a:cubicBezTo>
                  <a:pt x="13883" y="347077"/>
                  <a:pt x="0" y="333194"/>
                  <a:pt x="0" y="316226"/>
                </a:cubicBezTo>
                <a:close/>
                <a:moveTo>
                  <a:pt x="61702" y="211331"/>
                </a:moveTo>
                <a:lnTo>
                  <a:pt x="154256" y="211331"/>
                </a:lnTo>
                <a:moveTo>
                  <a:pt x="277662" y="172767"/>
                </a:moveTo>
                <a:lnTo>
                  <a:pt x="225214" y="172767"/>
                </a:lnTo>
                <a:lnTo>
                  <a:pt x="225214" y="257608"/>
                </a:lnTo>
                <a:cubicBezTo>
                  <a:pt x="225214" y="271491"/>
                  <a:pt x="236012" y="283832"/>
                  <a:pt x="251438" y="283832"/>
                </a:cubicBezTo>
                <a:cubicBezTo>
                  <a:pt x="265321" y="283832"/>
                  <a:pt x="277662" y="273034"/>
                  <a:pt x="277662" y="257608"/>
                </a:cubicBezTo>
                <a:close/>
                <a:moveTo>
                  <a:pt x="251438" y="66331"/>
                </a:moveTo>
                <a:lnTo>
                  <a:pt x="251438" y="172767"/>
                </a:lnTo>
                <a:moveTo>
                  <a:pt x="200533" y="234470"/>
                </a:moveTo>
                <a:lnTo>
                  <a:pt x="300800" y="234470"/>
                </a:lnTo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Rounded Rectangle 32"/>
          <p:cNvSpPr/>
          <p:nvPr/>
        </p:nvSpPr>
        <p:spPr>
          <a:xfrm>
            <a:off x="3082920" y="3062251"/>
            <a:ext cx="308575" cy="323939"/>
          </a:xfrm>
          <a:custGeom>
            <a:avLst/>
            <a:gdLst/>
            <a:ahLst/>
            <a:cxnLst/>
            <a:rect l="0" t="0" r="0" b="0"/>
            <a:pathLst>
              <a:path w="308575" h="323939">
                <a:moveTo>
                  <a:pt x="30913" y="0"/>
                </a:moveTo>
                <a:lnTo>
                  <a:pt x="277723" y="0"/>
                </a:lnTo>
                <a:cubicBezTo>
                  <a:pt x="277723" y="0"/>
                  <a:pt x="308575" y="0"/>
                  <a:pt x="308575" y="30851"/>
                </a:cubicBezTo>
                <a:lnTo>
                  <a:pt x="308575" y="293087"/>
                </a:lnTo>
                <a:cubicBezTo>
                  <a:pt x="308575" y="293087"/>
                  <a:pt x="308575" y="323939"/>
                  <a:pt x="277723" y="323939"/>
                </a:cubicBezTo>
                <a:lnTo>
                  <a:pt x="30913" y="323939"/>
                </a:lnTo>
                <a:cubicBezTo>
                  <a:pt x="30913" y="323939"/>
                  <a:pt x="61" y="323939"/>
                  <a:pt x="61" y="293087"/>
                </a:cubicBezTo>
                <a:lnTo>
                  <a:pt x="61" y="30851"/>
                </a:lnTo>
                <a:cubicBezTo>
                  <a:pt x="61" y="30851"/>
                  <a:pt x="61" y="0"/>
                  <a:pt x="30913" y="0"/>
                </a:cubicBezTo>
                <a:moveTo>
                  <a:pt x="308513" y="69415"/>
                </a:moveTo>
                <a:lnTo>
                  <a:pt x="261156" y="82681"/>
                </a:lnTo>
                <a:cubicBezTo>
                  <a:pt x="241783" y="88780"/>
                  <a:pt x="223574" y="98093"/>
                  <a:pt x="207290" y="110231"/>
                </a:cubicBezTo>
                <a:lnTo>
                  <a:pt x="178351" y="133370"/>
                </a:lnTo>
                <a:cubicBezTo>
                  <a:pt x="163228" y="144178"/>
                  <a:pt x="143601" y="146423"/>
                  <a:pt x="126428" y="139309"/>
                </a:cubicBezTo>
                <a:lnTo>
                  <a:pt x="104956" y="129020"/>
                </a:lnTo>
                <a:cubicBezTo>
                  <a:pt x="88345" y="121946"/>
                  <a:pt x="69101" y="125711"/>
                  <a:pt x="56380" y="138522"/>
                </a:cubicBezTo>
                <a:lnTo>
                  <a:pt x="0" y="200533"/>
                </a:lnTo>
                <a:moveTo>
                  <a:pt x="77190" y="323939"/>
                </a:moveTo>
                <a:lnTo>
                  <a:pt x="77190" y="126768"/>
                </a:lnTo>
                <a:moveTo>
                  <a:pt x="154318" y="323939"/>
                </a:moveTo>
                <a:lnTo>
                  <a:pt x="154318" y="142934"/>
                </a:lnTo>
                <a:moveTo>
                  <a:pt x="231446" y="323939"/>
                </a:moveTo>
                <a:lnTo>
                  <a:pt x="231446" y="95068"/>
                </a:lnTo>
                <a:moveTo>
                  <a:pt x="308575" y="200533"/>
                </a:moveTo>
                <a:lnTo>
                  <a:pt x="61" y="200533"/>
                </a:lnTo>
                <a:moveTo>
                  <a:pt x="308575" y="138831"/>
                </a:moveTo>
                <a:lnTo>
                  <a:pt x="169250" y="138831"/>
                </a:lnTo>
                <a:moveTo>
                  <a:pt x="308575" y="262236"/>
                </a:moveTo>
                <a:lnTo>
                  <a:pt x="61" y="262236"/>
                </a:lnTo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ounded Rectangle 33"/>
          <p:cNvSpPr/>
          <p:nvPr/>
        </p:nvSpPr>
        <p:spPr>
          <a:xfrm>
            <a:off x="5867317" y="3046826"/>
            <a:ext cx="354790" cy="354790"/>
          </a:xfrm>
          <a:custGeom>
            <a:avLst/>
            <a:gdLst/>
            <a:ahLst/>
            <a:cxnLst/>
            <a:rect l="0" t="0" r="0" b="0"/>
            <a:pathLst>
              <a:path w="354790" h="354790">
                <a:moveTo>
                  <a:pt x="115692" y="347077"/>
                </a:moveTo>
                <a:lnTo>
                  <a:pt x="146543" y="316226"/>
                </a:lnTo>
                <a:lnTo>
                  <a:pt x="115692" y="285375"/>
                </a:lnTo>
                <a:moveTo>
                  <a:pt x="231385" y="154256"/>
                </a:moveTo>
                <a:lnTo>
                  <a:pt x="354790" y="154256"/>
                </a:lnTo>
                <a:lnTo>
                  <a:pt x="354790" y="354790"/>
                </a:lnTo>
                <a:lnTo>
                  <a:pt x="231385" y="354790"/>
                </a:lnTo>
                <a:close/>
                <a:moveTo>
                  <a:pt x="146482" y="316226"/>
                </a:moveTo>
                <a:lnTo>
                  <a:pt x="131056" y="316226"/>
                </a:lnTo>
                <a:cubicBezTo>
                  <a:pt x="88459" y="316226"/>
                  <a:pt x="53928" y="281694"/>
                  <a:pt x="53928" y="239098"/>
                </a:cubicBezTo>
                <a:moveTo>
                  <a:pt x="293087" y="69415"/>
                </a:moveTo>
                <a:lnTo>
                  <a:pt x="262236" y="38564"/>
                </a:lnTo>
                <a:lnTo>
                  <a:pt x="293087" y="7712"/>
                </a:lnTo>
                <a:moveTo>
                  <a:pt x="262174" y="38564"/>
                </a:moveTo>
                <a:lnTo>
                  <a:pt x="277600" y="38564"/>
                </a:lnTo>
                <a:cubicBezTo>
                  <a:pt x="320197" y="38564"/>
                  <a:pt x="354728" y="73095"/>
                  <a:pt x="354728" y="115692"/>
                </a:cubicBezTo>
                <a:moveTo>
                  <a:pt x="354790" y="293087"/>
                </a:moveTo>
                <a:lnTo>
                  <a:pt x="231385" y="293087"/>
                </a:lnTo>
                <a:moveTo>
                  <a:pt x="293026" y="320082"/>
                </a:moveTo>
                <a:cubicBezTo>
                  <a:pt x="290896" y="320082"/>
                  <a:pt x="289169" y="321809"/>
                  <a:pt x="289169" y="323939"/>
                </a:cubicBezTo>
                <a:cubicBezTo>
                  <a:pt x="289169" y="326069"/>
                  <a:pt x="290896" y="327795"/>
                  <a:pt x="293026" y="327795"/>
                </a:cubicBezTo>
                <a:cubicBezTo>
                  <a:pt x="295156" y="327795"/>
                  <a:pt x="296882" y="326069"/>
                  <a:pt x="296882" y="323939"/>
                </a:cubicBezTo>
                <a:cubicBezTo>
                  <a:pt x="296882" y="321809"/>
                  <a:pt x="295156" y="320082"/>
                  <a:pt x="293026" y="320082"/>
                </a:cubicBezTo>
                <a:lnTo>
                  <a:pt x="293026" y="320082"/>
                </a:lnTo>
                <a:moveTo>
                  <a:pt x="0" y="0"/>
                </a:moveTo>
                <a:lnTo>
                  <a:pt x="200533" y="0"/>
                </a:lnTo>
                <a:lnTo>
                  <a:pt x="200533" y="154256"/>
                </a:lnTo>
                <a:lnTo>
                  <a:pt x="0" y="154256"/>
                </a:lnTo>
                <a:close/>
                <a:moveTo>
                  <a:pt x="0" y="46277"/>
                </a:moveTo>
                <a:lnTo>
                  <a:pt x="200533" y="46277"/>
                </a:lnTo>
                <a:moveTo>
                  <a:pt x="107979" y="77128"/>
                </a:moveTo>
                <a:lnTo>
                  <a:pt x="38564" y="77128"/>
                </a:lnTo>
                <a:moveTo>
                  <a:pt x="38564" y="107979"/>
                </a:moveTo>
                <a:lnTo>
                  <a:pt x="69415" y="107979"/>
                </a:lnTo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Rounded Rectangle 34"/>
          <p:cNvSpPr/>
          <p:nvPr/>
        </p:nvSpPr>
        <p:spPr>
          <a:xfrm>
            <a:off x="3460849" y="4581357"/>
            <a:ext cx="354790" cy="354790"/>
          </a:xfrm>
          <a:custGeom>
            <a:avLst/>
            <a:gdLst/>
            <a:ahLst/>
            <a:cxnLst/>
            <a:rect l="0" t="0" r="0" b="0"/>
            <a:pathLst>
              <a:path w="354790" h="354790">
                <a:moveTo>
                  <a:pt x="293087" y="323939"/>
                </a:moveTo>
                <a:lnTo>
                  <a:pt x="293087" y="339364"/>
                </a:lnTo>
                <a:cubicBezTo>
                  <a:pt x="293087" y="347884"/>
                  <a:pt x="286181" y="354790"/>
                  <a:pt x="277662" y="354790"/>
                </a:cubicBezTo>
                <a:lnTo>
                  <a:pt x="15425" y="354790"/>
                </a:lnTo>
                <a:cubicBezTo>
                  <a:pt x="6906" y="354790"/>
                  <a:pt x="0" y="347884"/>
                  <a:pt x="0" y="339364"/>
                </a:cubicBezTo>
                <a:lnTo>
                  <a:pt x="0" y="15425"/>
                </a:lnTo>
                <a:cubicBezTo>
                  <a:pt x="0" y="6906"/>
                  <a:pt x="6906" y="0"/>
                  <a:pt x="15425" y="0"/>
                </a:cubicBezTo>
                <a:lnTo>
                  <a:pt x="200919" y="0"/>
                </a:lnTo>
                <a:cubicBezTo>
                  <a:pt x="251822" y="0"/>
                  <a:pt x="293087" y="41265"/>
                  <a:pt x="293087" y="92168"/>
                </a:cubicBezTo>
                <a:lnTo>
                  <a:pt x="293087" y="138831"/>
                </a:lnTo>
                <a:moveTo>
                  <a:pt x="215959" y="1234"/>
                </a:moveTo>
                <a:lnTo>
                  <a:pt x="215959" y="61702"/>
                </a:lnTo>
                <a:cubicBezTo>
                  <a:pt x="215959" y="70222"/>
                  <a:pt x="222865" y="77128"/>
                  <a:pt x="231385" y="77128"/>
                </a:cubicBezTo>
                <a:lnTo>
                  <a:pt x="291853" y="77128"/>
                </a:lnTo>
                <a:moveTo>
                  <a:pt x="107979" y="185108"/>
                </a:moveTo>
                <a:lnTo>
                  <a:pt x="107979" y="277662"/>
                </a:lnTo>
                <a:moveTo>
                  <a:pt x="92554" y="277662"/>
                </a:moveTo>
                <a:lnTo>
                  <a:pt x="123405" y="277662"/>
                </a:lnTo>
                <a:moveTo>
                  <a:pt x="92554" y="185108"/>
                </a:moveTo>
                <a:lnTo>
                  <a:pt x="123405" y="185108"/>
                </a:lnTo>
                <a:moveTo>
                  <a:pt x="200533" y="185108"/>
                </a:moveTo>
                <a:lnTo>
                  <a:pt x="200533" y="277662"/>
                </a:lnTo>
                <a:lnTo>
                  <a:pt x="154256" y="185108"/>
                </a:lnTo>
                <a:lnTo>
                  <a:pt x="154256" y="277662"/>
                </a:lnTo>
                <a:moveTo>
                  <a:pt x="231385" y="277662"/>
                </a:moveTo>
                <a:cubicBezTo>
                  <a:pt x="256943" y="277662"/>
                  <a:pt x="277662" y="256943"/>
                  <a:pt x="277662" y="231385"/>
                </a:cubicBezTo>
                <a:cubicBezTo>
                  <a:pt x="277662" y="205827"/>
                  <a:pt x="256943" y="185108"/>
                  <a:pt x="231385" y="185108"/>
                </a:cubicBezTo>
                <a:close/>
                <a:moveTo>
                  <a:pt x="308513" y="185108"/>
                </a:moveTo>
                <a:cubicBezTo>
                  <a:pt x="334071" y="185108"/>
                  <a:pt x="354790" y="205827"/>
                  <a:pt x="354790" y="231385"/>
                </a:cubicBezTo>
                <a:cubicBezTo>
                  <a:pt x="354790" y="256943"/>
                  <a:pt x="334071" y="277662"/>
                  <a:pt x="308513" y="277662"/>
                </a:cubicBezTo>
                <a:close/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Rounded Rectangle 35"/>
          <p:cNvSpPr/>
          <p:nvPr/>
        </p:nvSpPr>
        <p:spPr>
          <a:xfrm>
            <a:off x="5292649" y="4678091"/>
            <a:ext cx="347077" cy="331652"/>
          </a:xfrm>
          <a:custGeom>
            <a:avLst/>
            <a:gdLst/>
            <a:ahLst/>
            <a:cxnLst/>
            <a:rect l="0" t="0" r="0" b="0"/>
            <a:pathLst>
              <a:path w="347077" h="331652">
                <a:moveTo>
                  <a:pt x="192820" y="53989"/>
                </a:moveTo>
                <a:lnTo>
                  <a:pt x="7712" y="53989"/>
                </a:lnTo>
                <a:cubicBezTo>
                  <a:pt x="3085" y="53989"/>
                  <a:pt x="0" y="50904"/>
                  <a:pt x="0" y="46277"/>
                </a:cubicBezTo>
                <a:lnTo>
                  <a:pt x="0" y="7712"/>
                </a:lnTo>
                <a:cubicBezTo>
                  <a:pt x="0" y="3085"/>
                  <a:pt x="3085" y="0"/>
                  <a:pt x="7712" y="0"/>
                </a:cubicBezTo>
                <a:lnTo>
                  <a:pt x="192820" y="0"/>
                </a:lnTo>
                <a:cubicBezTo>
                  <a:pt x="197448" y="0"/>
                  <a:pt x="200533" y="3085"/>
                  <a:pt x="200533" y="7712"/>
                </a:cubicBezTo>
                <a:lnTo>
                  <a:pt x="200533" y="46277"/>
                </a:lnTo>
                <a:cubicBezTo>
                  <a:pt x="200533" y="50904"/>
                  <a:pt x="197448" y="53989"/>
                  <a:pt x="192820" y="53989"/>
                </a:cubicBezTo>
                <a:close/>
                <a:moveTo>
                  <a:pt x="339364" y="239098"/>
                </a:moveTo>
                <a:lnTo>
                  <a:pt x="84841" y="239098"/>
                </a:lnTo>
                <a:cubicBezTo>
                  <a:pt x="80213" y="239098"/>
                  <a:pt x="77128" y="236012"/>
                  <a:pt x="77128" y="231385"/>
                </a:cubicBezTo>
                <a:lnTo>
                  <a:pt x="77128" y="192820"/>
                </a:lnTo>
                <a:cubicBezTo>
                  <a:pt x="77128" y="188193"/>
                  <a:pt x="80213" y="185108"/>
                  <a:pt x="84841" y="185108"/>
                </a:cubicBezTo>
                <a:lnTo>
                  <a:pt x="339364" y="185108"/>
                </a:lnTo>
                <a:cubicBezTo>
                  <a:pt x="343992" y="185108"/>
                  <a:pt x="347077" y="188193"/>
                  <a:pt x="347077" y="192820"/>
                </a:cubicBezTo>
                <a:lnTo>
                  <a:pt x="347077" y="231385"/>
                </a:lnTo>
                <a:cubicBezTo>
                  <a:pt x="347077" y="236012"/>
                  <a:pt x="343992" y="239098"/>
                  <a:pt x="339364" y="239098"/>
                </a:cubicBezTo>
                <a:close/>
                <a:moveTo>
                  <a:pt x="339364" y="331652"/>
                </a:moveTo>
                <a:lnTo>
                  <a:pt x="231385" y="331652"/>
                </a:lnTo>
                <a:cubicBezTo>
                  <a:pt x="226757" y="331652"/>
                  <a:pt x="223672" y="328566"/>
                  <a:pt x="223672" y="323939"/>
                </a:cubicBezTo>
                <a:lnTo>
                  <a:pt x="223672" y="285375"/>
                </a:lnTo>
                <a:cubicBezTo>
                  <a:pt x="223672" y="280747"/>
                  <a:pt x="226757" y="277662"/>
                  <a:pt x="231385" y="277662"/>
                </a:cubicBezTo>
                <a:lnTo>
                  <a:pt x="339364" y="277662"/>
                </a:lnTo>
                <a:cubicBezTo>
                  <a:pt x="343992" y="277662"/>
                  <a:pt x="347077" y="280747"/>
                  <a:pt x="347077" y="285375"/>
                </a:cubicBezTo>
                <a:lnTo>
                  <a:pt x="347077" y="323939"/>
                </a:lnTo>
                <a:cubicBezTo>
                  <a:pt x="347077" y="328566"/>
                  <a:pt x="343992" y="331652"/>
                  <a:pt x="339364" y="331652"/>
                </a:cubicBezTo>
                <a:close/>
                <a:moveTo>
                  <a:pt x="192250" y="156046"/>
                </a:moveTo>
                <a:lnTo>
                  <a:pt x="160565" y="124377"/>
                </a:lnTo>
                <a:cubicBezTo>
                  <a:pt x="159243" y="123119"/>
                  <a:pt x="158495" y="121374"/>
                  <a:pt x="158495" y="119549"/>
                </a:cubicBezTo>
                <a:cubicBezTo>
                  <a:pt x="158495" y="117723"/>
                  <a:pt x="159243" y="115978"/>
                  <a:pt x="160565" y="114720"/>
                </a:cubicBezTo>
                <a:lnTo>
                  <a:pt x="192234" y="83051"/>
                </a:lnTo>
                <a:cubicBezTo>
                  <a:pt x="193492" y="81729"/>
                  <a:pt x="195237" y="80980"/>
                  <a:pt x="197063" y="80980"/>
                </a:cubicBezTo>
                <a:cubicBezTo>
                  <a:pt x="198888" y="80980"/>
                  <a:pt x="200633" y="81729"/>
                  <a:pt x="201891" y="83051"/>
                </a:cubicBezTo>
                <a:lnTo>
                  <a:pt x="233560" y="114720"/>
                </a:lnTo>
                <a:cubicBezTo>
                  <a:pt x="234882" y="115978"/>
                  <a:pt x="235631" y="117723"/>
                  <a:pt x="235631" y="119549"/>
                </a:cubicBezTo>
                <a:cubicBezTo>
                  <a:pt x="235631" y="121374"/>
                  <a:pt x="234882" y="123119"/>
                  <a:pt x="233560" y="124377"/>
                </a:cubicBezTo>
                <a:lnTo>
                  <a:pt x="201891" y="156046"/>
                </a:lnTo>
                <a:cubicBezTo>
                  <a:pt x="200502" y="158807"/>
                  <a:pt x="194996" y="158807"/>
                  <a:pt x="192250" y="156046"/>
                </a:cubicBezTo>
                <a:close/>
              </a:path>
            </a:pathLst>
          </a:custGeom>
          <a:noFill/>
          <a:ln w="1156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D10E20C-27CB-BCB8-60BA-9E8C1B2F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567" y="2981353"/>
            <a:ext cx="1271065" cy="1271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98748" y="4457677"/>
            <a:ext cx="1600200" cy="219317"/>
          </a:xfrm>
          <a:custGeom>
            <a:avLst/>
            <a:gdLst/>
            <a:ahLst/>
            <a:cxnLst/>
            <a:rect l="0" t="0" r="0" b="0"/>
            <a:pathLst>
              <a:path w="1600200" h="219317">
                <a:moveTo>
                  <a:pt x="1600200" y="0"/>
                </a:moveTo>
                <a:lnTo>
                  <a:pt x="1600200" y="142662"/>
                </a:lnTo>
                <a:cubicBezTo>
                  <a:pt x="1600200" y="184736"/>
                  <a:pt x="1566100" y="218848"/>
                  <a:pt x="1524026" y="218862"/>
                </a:cubicBezTo>
                <a:lnTo>
                  <a:pt x="923925" y="219075"/>
                </a:lnTo>
                <a:moveTo>
                  <a:pt x="685800" y="219317"/>
                </a:moveTo>
                <a:lnTo>
                  <a:pt x="76200" y="219316"/>
                </a:lnTo>
                <a:cubicBezTo>
                  <a:pt x="34115" y="219316"/>
                  <a:pt x="0" y="185201"/>
                  <a:pt x="0" y="143116"/>
                </a:cubicBezTo>
                <a:lnTo>
                  <a:pt x="0" y="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4384548" y="4562452"/>
            <a:ext cx="229427" cy="228600"/>
            <a:chOff x="2857500" y="3714750"/>
            <a:chExt cx="229427" cy="228600"/>
          </a:xfrm>
        </p:grpSpPr>
        <p:sp>
          <p:nvSpPr>
            <p:cNvPr id="3" name="Rounded Rectangle 2"/>
            <p:cNvSpPr/>
            <p:nvPr/>
          </p:nvSpPr>
          <p:spPr>
            <a:xfrm>
              <a:off x="2857500" y="3714750"/>
              <a:ext cx="229427" cy="228600"/>
            </a:xfrm>
            <a:custGeom>
              <a:avLst/>
              <a:gdLst/>
              <a:ahLst/>
              <a:cxnLst/>
              <a:rect l="0" t="0" r="0" b="0"/>
              <a:pathLst>
                <a:path w="229427" h="228600">
                  <a:moveTo>
                    <a:pt x="114709" y="0"/>
                  </a:moveTo>
                  <a:cubicBezTo>
                    <a:pt x="178063" y="0"/>
                    <a:pt x="229427" y="51174"/>
                    <a:pt x="229427" y="114300"/>
                  </a:cubicBezTo>
                  <a:cubicBezTo>
                    <a:pt x="229427" y="177425"/>
                    <a:pt x="178063" y="228600"/>
                    <a:pt x="114709" y="228600"/>
                  </a:cubicBezTo>
                  <a:cubicBezTo>
                    <a:pt x="51356" y="228599"/>
                    <a:pt x="0" y="177425"/>
                    <a:pt x="0" y="114300"/>
                  </a:cubicBezTo>
                  <a:cubicBezTo>
                    <a:pt x="0" y="51174"/>
                    <a:pt x="51356" y="0"/>
                    <a:pt x="114709" y="0"/>
                  </a:cubicBezTo>
                  <a:close/>
                  <a:moveTo>
                    <a:pt x="114300" y="57150"/>
                  </a:moveTo>
                  <a:cubicBezTo>
                    <a:pt x="82737" y="57150"/>
                    <a:pt x="57150" y="82737"/>
                    <a:pt x="57150" y="114300"/>
                  </a:cubicBezTo>
                  <a:cubicBezTo>
                    <a:pt x="57150" y="145862"/>
                    <a:pt x="82737" y="171450"/>
                    <a:pt x="114300" y="171450"/>
                  </a:cubicBezTo>
                  <a:cubicBezTo>
                    <a:pt x="145862" y="171450"/>
                    <a:pt x="171450" y="145862"/>
                    <a:pt x="171450" y="114300"/>
                  </a:cubicBezTo>
                  <a:cubicBezTo>
                    <a:pt x="171450" y="82737"/>
                    <a:pt x="145862" y="57150"/>
                    <a:pt x="114300" y="5715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857500" y="3714750"/>
              <a:ext cx="229427" cy="228600"/>
            </a:xfrm>
            <a:custGeom>
              <a:avLst/>
              <a:gdLst/>
              <a:ahLst/>
              <a:cxnLst/>
              <a:rect l="0" t="0" r="0" b="0"/>
              <a:pathLst>
                <a:path w="229427" h="228600">
                  <a:moveTo>
                    <a:pt x="114709" y="0"/>
                  </a:moveTo>
                  <a:cubicBezTo>
                    <a:pt x="178063" y="0"/>
                    <a:pt x="229427" y="51174"/>
                    <a:pt x="229427" y="114300"/>
                  </a:cubicBezTo>
                  <a:cubicBezTo>
                    <a:pt x="229427" y="177425"/>
                    <a:pt x="178063" y="228600"/>
                    <a:pt x="114709" y="228600"/>
                  </a:cubicBezTo>
                  <a:cubicBezTo>
                    <a:pt x="51356" y="228599"/>
                    <a:pt x="0" y="177425"/>
                    <a:pt x="0" y="114300"/>
                  </a:cubicBezTo>
                  <a:cubicBezTo>
                    <a:pt x="0" y="51174"/>
                    <a:pt x="51356" y="0"/>
                    <a:pt x="114709" y="0"/>
                  </a:cubicBezTo>
                  <a:close/>
                  <a:moveTo>
                    <a:pt x="114300" y="57150"/>
                  </a:moveTo>
                  <a:cubicBezTo>
                    <a:pt x="82737" y="57150"/>
                    <a:pt x="57150" y="82737"/>
                    <a:pt x="57150" y="114300"/>
                  </a:cubicBezTo>
                  <a:cubicBezTo>
                    <a:pt x="57150" y="145862"/>
                    <a:pt x="82737" y="171450"/>
                    <a:pt x="114300" y="171450"/>
                  </a:cubicBezTo>
                  <a:cubicBezTo>
                    <a:pt x="145862" y="171450"/>
                    <a:pt x="171450" y="145862"/>
                    <a:pt x="171450" y="114300"/>
                  </a:cubicBezTo>
                  <a:cubicBezTo>
                    <a:pt x="171450" y="82737"/>
                    <a:pt x="145862" y="57150"/>
                    <a:pt x="114300" y="5715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41648" y="4765581"/>
            <a:ext cx="914400" cy="768467"/>
            <a:chOff x="2514600" y="3917879"/>
            <a:chExt cx="914400" cy="768467"/>
          </a:xfrm>
        </p:grpSpPr>
        <p:sp>
          <p:nvSpPr>
            <p:cNvPr id="6" name="Rounded Rectangle 5"/>
            <p:cNvSpPr/>
            <p:nvPr/>
          </p:nvSpPr>
          <p:spPr>
            <a:xfrm>
              <a:off x="2628900" y="3917879"/>
              <a:ext cx="685800" cy="654123"/>
            </a:xfrm>
            <a:custGeom>
              <a:avLst/>
              <a:gdLst/>
              <a:ahLst/>
              <a:cxnLst/>
              <a:rect l="0" t="0" r="0" b="0"/>
              <a:pathLst>
                <a:path w="685800" h="654123">
                  <a:moveTo>
                    <a:pt x="267385" y="0"/>
                  </a:moveTo>
                  <a:cubicBezTo>
                    <a:pt x="288490" y="18415"/>
                    <a:pt x="314195" y="28545"/>
                    <a:pt x="343311" y="28545"/>
                  </a:cubicBezTo>
                  <a:cubicBezTo>
                    <a:pt x="372173" y="28545"/>
                    <a:pt x="397433" y="18593"/>
                    <a:pt x="418706" y="554"/>
                  </a:cubicBezTo>
                  <a:cubicBezTo>
                    <a:pt x="495221" y="173036"/>
                    <a:pt x="685800" y="654123"/>
                    <a:pt x="685800" y="654123"/>
                  </a:cubicBezTo>
                  <a:lnTo>
                    <a:pt x="0" y="654123"/>
                  </a:lnTo>
                  <a:cubicBezTo>
                    <a:pt x="0" y="654123"/>
                    <a:pt x="190947" y="172543"/>
                    <a:pt x="267385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514600" y="4572046"/>
              <a:ext cx="914400" cy="114300"/>
            </a:xfrm>
            <a:custGeom>
              <a:avLst/>
              <a:gdLst/>
              <a:ahLst/>
              <a:cxnLst/>
              <a:rect l="0" t="0" r="0" b="0"/>
              <a:pathLst>
                <a:path w="914400" h="114300">
                  <a:moveTo>
                    <a:pt x="838200" y="0"/>
                  </a:moveTo>
                  <a:cubicBezTo>
                    <a:pt x="880283" y="0"/>
                    <a:pt x="914400" y="34115"/>
                    <a:pt x="914400" y="76200"/>
                  </a:cubicBezTo>
                  <a:lnTo>
                    <a:pt x="914400" y="95250"/>
                  </a:lnTo>
                  <a:cubicBezTo>
                    <a:pt x="914400" y="105771"/>
                    <a:pt x="905870" y="114300"/>
                    <a:pt x="895350" y="114300"/>
                  </a:cubicBezTo>
                  <a:lnTo>
                    <a:pt x="19050" y="114300"/>
                  </a:lnTo>
                  <a:cubicBezTo>
                    <a:pt x="8528" y="114300"/>
                    <a:pt x="0" y="105771"/>
                    <a:pt x="0" y="95250"/>
                  </a:cubicBezTo>
                  <a:lnTo>
                    <a:pt x="0" y="76199"/>
                  </a:lnTo>
                  <a:cubicBezTo>
                    <a:pt x="0" y="34115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628900" y="3917879"/>
              <a:ext cx="685800" cy="654123"/>
            </a:xfrm>
            <a:custGeom>
              <a:avLst/>
              <a:gdLst/>
              <a:ahLst/>
              <a:cxnLst/>
              <a:rect l="0" t="0" r="0" b="0"/>
              <a:pathLst>
                <a:path w="685800" h="654123">
                  <a:moveTo>
                    <a:pt x="267385" y="0"/>
                  </a:moveTo>
                  <a:cubicBezTo>
                    <a:pt x="288490" y="18415"/>
                    <a:pt x="314195" y="28545"/>
                    <a:pt x="343311" y="28545"/>
                  </a:cubicBezTo>
                  <a:cubicBezTo>
                    <a:pt x="372173" y="28545"/>
                    <a:pt x="397433" y="18593"/>
                    <a:pt x="418706" y="554"/>
                  </a:cubicBezTo>
                  <a:cubicBezTo>
                    <a:pt x="495221" y="173036"/>
                    <a:pt x="685800" y="654123"/>
                    <a:pt x="685800" y="654123"/>
                  </a:cubicBezTo>
                  <a:lnTo>
                    <a:pt x="0" y="654123"/>
                  </a:lnTo>
                  <a:cubicBezTo>
                    <a:pt x="0" y="654123"/>
                    <a:pt x="190947" y="172543"/>
                    <a:pt x="267385" y="0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514600" y="4295821"/>
              <a:ext cx="914400" cy="390525"/>
            </a:xfrm>
            <a:custGeom>
              <a:avLst/>
              <a:gdLst/>
              <a:ahLst/>
              <a:cxnLst/>
              <a:rect l="0" t="0" r="0" b="0"/>
              <a:pathLst>
                <a:path w="914400" h="390525">
                  <a:moveTo>
                    <a:pt x="838200" y="276225"/>
                  </a:moveTo>
                  <a:cubicBezTo>
                    <a:pt x="880283" y="276225"/>
                    <a:pt x="914400" y="310340"/>
                    <a:pt x="914400" y="352425"/>
                  </a:cubicBezTo>
                  <a:lnTo>
                    <a:pt x="914400" y="371475"/>
                  </a:lnTo>
                  <a:cubicBezTo>
                    <a:pt x="914400" y="381996"/>
                    <a:pt x="905870" y="390525"/>
                    <a:pt x="895350" y="390525"/>
                  </a:cubicBezTo>
                  <a:lnTo>
                    <a:pt x="19050" y="390525"/>
                  </a:lnTo>
                  <a:cubicBezTo>
                    <a:pt x="8528" y="390525"/>
                    <a:pt x="0" y="381996"/>
                    <a:pt x="0" y="371475"/>
                  </a:cubicBezTo>
                  <a:lnTo>
                    <a:pt x="0" y="352424"/>
                  </a:lnTo>
                  <a:cubicBezTo>
                    <a:pt x="0" y="310340"/>
                    <a:pt x="34116" y="276225"/>
                    <a:pt x="76200" y="276225"/>
                  </a:cubicBezTo>
                  <a:close/>
                  <a:moveTo>
                    <a:pt x="419099" y="210219"/>
                  </a:moveTo>
                  <a:lnTo>
                    <a:pt x="419099" y="123825"/>
                  </a:lnTo>
                  <a:lnTo>
                    <a:pt x="457199" y="85725"/>
                  </a:lnTo>
                  <a:lnTo>
                    <a:pt x="495299" y="123825"/>
                  </a:lnTo>
                  <a:lnTo>
                    <a:pt x="495299" y="210219"/>
                  </a:lnTo>
                  <a:cubicBezTo>
                    <a:pt x="484091" y="203735"/>
                    <a:pt x="471078" y="200025"/>
                    <a:pt x="457199" y="200025"/>
                  </a:cubicBezTo>
                  <a:cubicBezTo>
                    <a:pt x="443319" y="200025"/>
                    <a:pt x="430307" y="203735"/>
                    <a:pt x="419099" y="210219"/>
                  </a:cubicBezTo>
                  <a:close/>
                  <a:moveTo>
                    <a:pt x="380999" y="276225"/>
                  </a:moveTo>
                  <a:cubicBezTo>
                    <a:pt x="380999" y="248020"/>
                    <a:pt x="396323" y="223394"/>
                    <a:pt x="419099" y="210219"/>
                  </a:cubicBezTo>
                  <a:cubicBezTo>
                    <a:pt x="430307" y="203735"/>
                    <a:pt x="443319" y="200025"/>
                    <a:pt x="457199" y="200025"/>
                  </a:cubicBezTo>
                  <a:cubicBezTo>
                    <a:pt x="471078" y="200025"/>
                    <a:pt x="484091" y="203735"/>
                    <a:pt x="495299" y="210219"/>
                  </a:cubicBezTo>
                  <a:cubicBezTo>
                    <a:pt x="518075" y="223394"/>
                    <a:pt x="533399" y="248020"/>
                    <a:pt x="533399" y="276225"/>
                  </a:cubicBezTo>
                  <a:close/>
                  <a:moveTo>
                    <a:pt x="457200" y="0"/>
                  </a:moveTo>
                  <a:lnTo>
                    <a:pt x="457200" y="55245"/>
                  </a:lnTo>
                  <a:moveTo>
                    <a:pt x="652491" y="80933"/>
                  </a:moveTo>
                  <a:lnTo>
                    <a:pt x="613451" y="119974"/>
                  </a:lnTo>
                  <a:moveTo>
                    <a:pt x="300949" y="119974"/>
                  </a:moveTo>
                  <a:lnTo>
                    <a:pt x="261909" y="80933"/>
                  </a:lnTo>
                  <a:moveTo>
                    <a:pt x="521468" y="36093"/>
                  </a:moveTo>
                  <a:lnTo>
                    <a:pt x="514379" y="62703"/>
                  </a:lnTo>
                  <a:moveTo>
                    <a:pt x="332806" y="60953"/>
                  </a:moveTo>
                  <a:lnTo>
                    <a:pt x="346710" y="84893"/>
                  </a:lnTo>
                  <a:moveTo>
                    <a:pt x="581317" y="60861"/>
                  </a:moveTo>
                  <a:lnTo>
                    <a:pt x="567598" y="84708"/>
                  </a:lnTo>
                  <a:moveTo>
                    <a:pt x="392656" y="36185"/>
                  </a:moveTo>
                  <a:lnTo>
                    <a:pt x="399838" y="62795"/>
                  </a:ln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56048" y="4276702"/>
            <a:ext cx="685800" cy="171450"/>
            <a:chOff x="3429000" y="3429000"/>
            <a:chExt cx="685800" cy="171450"/>
          </a:xfrm>
        </p:grpSpPr>
        <p:sp>
          <p:nvSpPr>
            <p:cNvPr id="11" name="Rounded Rectangle 10"/>
            <p:cNvSpPr/>
            <p:nvPr/>
          </p:nvSpPr>
          <p:spPr>
            <a:xfrm>
              <a:off x="3429000" y="3429000"/>
              <a:ext cx="685800" cy="171450"/>
            </a:xfrm>
            <a:custGeom>
              <a:avLst/>
              <a:gdLst/>
              <a:ahLst/>
              <a:cxnLst/>
              <a:rect l="0" t="0" r="0" b="0"/>
              <a:pathLst>
                <a:path w="685800" h="171450">
                  <a:moveTo>
                    <a:pt x="0" y="17145"/>
                  </a:moveTo>
                  <a:cubicBezTo>
                    <a:pt x="0" y="7676"/>
                    <a:pt x="7676" y="0"/>
                    <a:pt x="17145" y="0"/>
                  </a:cubicBezTo>
                  <a:lnTo>
                    <a:pt x="668655" y="0"/>
                  </a:lnTo>
                  <a:cubicBezTo>
                    <a:pt x="678123" y="0"/>
                    <a:pt x="685800" y="7676"/>
                    <a:pt x="685800" y="17145"/>
                  </a:cubicBezTo>
                  <a:cubicBezTo>
                    <a:pt x="685800" y="102365"/>
                    <a:pt x="616715" y="171450"/>
                    <a:pt x="531495" y="171450"/>
                  </a:cubicBezTo>
                  <a:lnTo>
                    <a:pt x="154305" y="171450"/>
                  </a:lnTo>
                  <a:cubicBezTo>
                    <a:pt x="69084" y="171450"/>
                    <a:pt x="0" y="102365"/>
                    <a:pt x="0" y="17145"/>
                  </a:cubicBezTo>
                  <a:close/>
                </a:path>
              </a:pathLst>
            </a:custGeom>
            <a:solidFill>
              <a:srgbClr val="A8DD3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429000" y="3429000"/>
              <a:ext cx="685800" cy="171450"/>
            </a:xfrm>
            <a:custGeom>
              <a:avLst/>
              <a:gdLst/>
              <a:ahLst/>
              <a:cxnLst/>
              <a:rect l="0" t="0" r="0" b="0"/>
              <a:pathLst>
                <a:path w="685800" h="171450">
                  <a:moveTo>
                    <a:pt x="0" y="17145"/>
                  </a:moveTo>
                  <a:cubicBezTo>
                    <a:pt x="0" y="7676"/>
                    <a:pt x="7676" y="0"/>
                    <a:pt x="17145" y="0"/>
                  </a:cubicBezTo>
                  <a:lnTo>
                    <a:pt x="668655" y="0"/>
                  </a:lnTo>
                  <a:cubicBezTo>
                    <a:pt x="678123" y="0"/>
                    <a:pt x="685800" y="7676"/>
                    <a:pt x="685800" y="17145"/>
                  </a:cubicBezTo>
                  <a:cubicBezTo>
                    <a:pt x="685800" y="102365"/>
                    <a:pt x="616715" y="171450"/>
                    <a:pt x="531495" y="171450"/>
                  </a:cubicBezTo>
                  <a:lnTo>
                    <a:pt x="154305" y="171450"/>
                  </a:lnTo>
                  <a:cubicBezTo>
                    <a:pt x="69084" y="171450"/>
                    <a:pt x="0" y="102365"/>
                    <a:pt x="0" y="17145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55848" y="4276702"/>
            <a:ext cx="685800" cy="171450"/>
            <a:chOff x="1828800" y="3429000"/>
            <a:chExt cx="685800" cy="171450"/>
          </a:xfrm>
        </p:grpSpPr>
        <p:sp>
          <p:nvSpPr>
            <p:cNvPr id="14" name="Rounded Rectangle 13"/>
            <p:cNvSpPr/>
            <p:nvPr/>
          </p:nvSpPr>
          <p:spPr>
            <a:xfrm>
              <a:off x="1828800" y="3429000"/>
              <a:ext cx="685800" cy="171450"/>
            </a:xfrm>
            <a:custGeom>
              <a:avLst/>
              <a:gdLst/>
              <a:ahLst/>
              <a:cxnLst/>
              <a:rect l="0" t="0" r="0" b="0"/>
              <a:pathLst>
                <a:path w="685800" h="171450">
                  <a:moveTo>
                    <a:pt x="0" y="17145"/>
                  </a:moveTo>
                  <a:cubicBezTo>
                    <a:pt x="0" y="7676"/>
                    <a:pt x="7676" y="0"/>
                    <a:pt x="17145" y="0"/>
                  </a:cubicBezTo>
                  <a:lnTo>
                    <a:pt x="668655" y="0"/>
                  </a:lnTo>
                  <a:cubicBezTo>
                    <a:pt x="678123" y="0"/>
                    <a:pt x="685800" y="7676"/>
                    <a:pt x="685800" y="17145"/>
                  </a:cubicBezTo>
                  <a:cubicBezTo>
                    <a:pt x="685800" y="102365"/>
                    <a:pt x="616715" y="171450"/>
                    <a:pt x="531495" y="171450"/>
                  </a:cubicBezTo>
                  <a:lnTo>
                    <a:pt x="154305" y="171450"/>
                  </a:lnTo>
                  <a:cubicBezTo>
                    <a:pt x="69084" y="171450"/>
                    <a:pt x="0" y="102365"/>
                    <a:pt x="0" y="17145"/>
                  </a:cubicBezTo>
                  <a:close/>
                </a:path>
              </a:pathLst>
            </a:custGeom>
            <a:solidFill>
              <a:srgbClr val="1AC6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828800" y="3429000"/>
              <a:ext cx="685800" cy="171450"/>
            </a:xfrm>
            <a:custGeom>
              <a:avLst/>
              <a:gdLst/>
              <a:ahLst/>
              <a:cxnLst/>
              <a:rect l="0" t="0" r="0" b="0"/>
              <a:pathLst>
                <a:path w="685800" h="171450">
                  <a:moveTo>
                    <a:pt x="0" y="17145"/>
                  </a:moveTo>
                  <a:cubicBezTo>
                    <a:pt x="0" y="7676"/>
                    <a:pt x="7676" y="0"/>
                    <a:pt x="17145" y="0"/>
                  </a:cubicBezTo>
                  <a:lnTo>
                    <a:pt x="668655" y="0"/>
                  </a:lnTo>
                  <a:cubicBezTo>
                    <a:pt x="678123" y="0"/>
                    <a:pt x="685800" y="7676"/>
                    <a:pt x="685800" y="17145"/>
                  </a:cubicBezTo>
                  <a:cubicBezTo>
                    <a:pt x="685800" y="102365"/>
                    <a:pt x="616715" y="171450"/>
                    <a:pt x="531495" y="171450"/>
                  </a:cubicBezTo>
                  <a:lnTo>
                    <a:pt x="154305" y="171450"/>
                  </a:lnTo>
                  <a:cubicBezTo>
                    <a:pt x="69084" y="171450"/>
                    <a:pt x="0" y="102365"/>
                    <a:pt x="0" y="17145"/>
                  </a:cubicBez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79391" y="365856"/>
            <a:ext cx="7124514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Balancing Technical and Non-Technical User
Needs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0898" y="2757464"/>
            <a:ext cx="1259897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424736"/>
                </a:solidFill>
              </a:rPr>
              <a:t>Intuitive Chat
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4718" y="2986064"/>
            <a:ext cx="163410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0">
                <a:solidFill>
                  <a:srgbClr val="32444A"/>
                </a:solidFill>
              </a:rPr>
              <a:t>Workflow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0184" y="3557564"/>
            <a:ext cx="1620636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0">
                <a:solidFill>
                  <a:srgbClr val="32444A"/>
                </a:solidFill>
              </a:rPr>
              <a:t>Semantic Search
with 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898" y="3557564"/>
            <a:ext cx="1271630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424736"/>
                </a:solidFill>
              </a:rPr>
              <a:t>AI-Generated
Visualizations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3260" y="4976789"/>
            <a:ext cx="143231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>
                <a:solidFill>
                  <a:srgbClr val="32444A"/>
                </a:solidFill>
              </a:rPr>
              <a:t>Technical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9458" y="4976789"/>
            <a:ext cx="189558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>
                <a:solidFill>
                  <a:srgbClr val="424736"/>
                </a:solidFill>
              </a:rPr>
              <a:t>Non-Technical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0148" y="2857477"/>
            <a:ext cx="449581" cy="442436"/>
          </a:xfrm>
          <a:custGeom>
            <a:avLst/>
            <a:gdLst/>
            <a:ahLst/>
            <a:cxnLst/>
            <a:rect l="0" t="0" r="0" b="0"/>
            <a:pathLst>
              <a:path w="449581" h="442436">
                <a:moveTo>
                  <a:pt x="15240" y="442436"/>
                </a:moveTo>
                <a:cubicBezTo>
                  <a:pt x="32385" y="392906"/>
                  <a:pt x="81915" y="356711"/>
                  <a:pt x="137160" y="356711"/>
                </a:cubicBezTo>
                <a:cubicBezTo>
                  <a:pt x="192405" y="356711"/>
                  <a:pt x="240030" y="392906"/>
                  <a:pt x="257175" y="442436"/>
                </a:cubicBezTo>
                <a:moveTo>
                  <a:pt x="135256" y="128110"/>
                </a:moveTo>
                <a:lnTo>
                  <a:pt x="135256" y="185260"/>
                </a:lnTo>
                <a:moveTo>
                  <a:pt x="240029" y="240506"/>
                </a:moveTo>
                <a:lnTo>
                  <a:pt x="30479" y="240506"/>
                </a:lnTo>
                <a:moveTo>
                  <a:pt x="57149" y="223361"/>
                </a:moveTo>
                <a:cubicBezTo>
                  <a:pt x="59054" y="181450"/>
                  <a:pt x="93344" y="147160"/>
                  <a:pt x="135254" y="147160"/>
                </a:cubicBezTo>
                <a:cubicBezTo>
                  <a:pt x="179069" y="147160"/>
                  <a:pt x="213360" y="181450"/>
                  <a:pt x="213360" y="225266"/>
                </a:cubicBezTo>
                <a:lnTo>
                  <a:pt x="213360" y="259556"/>
                </a:lnTo>
                <a:cubicBezTo>
                  <a:pt x="213360" y="303371"/>
                  <a:pt x="179069" y="337661"/>
                  <a:pt x="135254" y="337661"/>
                </a:cubicBezTo>
                <a:cubicBezTo>
                  <a:pt x="93344" y="337661"/>
                  <a:pt x="59054" y="303371"/>
                  <a:pt x="57149" y="261461"/>
                </a:cubicBezTo>
                <a:close/>
                <a:moveTo>
                  <a:pt x="0" y="0"/>
                </a:moveTo>
                <a:moveTo>
                  <a:pt x="365761" y="30956"/>
                </a:moveTo>
                <a:lnTo>
                  <a:pt x="373381" y="53816"/>
                </a:lnTo>
                <a:cubicBezTo>
                  <a:pt x="375286" y="61436"/>
                  <a:pt x="384811" y="67151"/>
                  <a:pt x="392431" y="65246"/>
                </a:cubicBezTo>
                <a:lnTo>
                  <a:pt x="415291" y="59531"/>
                </a:lnTo>
                <a:cubicBezTo>
                  <a:pt x="436246" y="55721"/>
                  <a:pt x="449581" y="78581"/>
                  <a:pt x="436246" y="93821"/>
                </a:cubicBezTo>
                <a:lnTo>
                  <a:pt x="419101" y="110966"/>
                </a:lnTo>
                <a:cubicBezTo>
                  <a:pt x="413386" y="116681"/>
                  <a:pt x="413386" y="126206"/>
                  <a:pt x="419101" y="131921"/>
                </a:cubicBezTo>
                <a:lnTo>
                  <a:pt x="436246" y="149066"/>
                </a:lnTo>
                <a:cubicBezTo>
                  <a:pt x="449581" y="164306"/>
                  <a:pt x="436246" y="189071"/>
                  <a:pt x="415291" y="183356"/>
                </a:cubicBezTo>
                <a:lnTo>
                  <a:pt x="392431" y="181451"/>
                </a:lnTo>
                <a:cubicBezTo>
                  <a:pt x="384811" y="179546"/>
                  <a:pt x="375286" y="183356"/>
                  <a:pt x="373381" y="192881"/>
                </a:cubicBezTo>
                <a:lnTo>
                  <a:pt x="365761" y="215741"/>
                </a:lnTo>
                <a:cubicBezTo>
                  <a:pt x="360046" y="236696"/>
                  <a:pt x="331471" y="236696"/>
                  <a:pt x="325756" y="215741"/>
                </a:cubicBezTo>
                <a:lnTo>
                  <a:pt x="318136" y="192881"/>
                </a:lnTo>
                <a:cubicBezTo>
                  <a:pt x="316231" y="185261"/>
                  <a:pt x="306706" y="179546"/>
                  <a:pt x="299086" y="181451"/>
                </a:cubicBezTo>
                <a:lnTo>
                  <a:pt x="276226" y="187166"/>
                </a:lnTo>
                <a:cubicBezTo>
                  <a:pt x="255271" y="190976"/>
                  <a:pt x="241936" y="168116"/>
                  <a:pt x="255271" y="152876"/>
                </a:cubicBezTo>
                <a:lnTo>
                  <a:pt x="272416" y="135731"/>
                </a:lnTo>
                <a:cubicBezTo>
                  <a:pt x="278131" y="130016"/>
                  <a:pt x="278131" y="120491"/>
                  <a:pt x="272416" y="114776"/>
                </a:cubicBezTo>
                <a:lnTo>
                  <a:pt x="257176" y="93821"/>
                </a:lnTo>
                <a:cubicBezTo>
                  <a:pt x="243841" y="78581"/>
                  <a:pt x="257176" y="53816"/>
                  <a:pt x="278131" y="59531"/>
                </a:cubicBezTo>
                <a:lnTo>
                  <a:pt x="300991" y="65246"/>
                </a:lnTo>
                <a:cubicBezTo>
                  <a:pt x="308611" y="67151"/>
                  <a:pt x="318136" y="63341"/>
                  <a:pt x="320041" y="53816"/>
                </a:cubicBezTo>
                <a:lnTo>
                  <a:pt x="327661" y="30956"/>
                </a:lnTo>
                <a:cubicBezTo>
                  <a:pt x="331471" y="10001"/>
                  <a:pt x="360046" y="10001"/>
                  <a:pt x="365761" y="30956"/>
                </a:cubicBezTo>
                <a:close/>
                <a:moveTo>
                  <a:pt x="317182" y="123348"/>
                </a:moveTo>
                <a:cubicBezTo>
                  <a:pt x="317182" y="139130"/>
                  <a:pt x="329976" y="151923"/>
                  <a:pt x="345757" y="151923"/>
                </a:cubicBezTo>
                <a:cubicBezTo>
                  <a:pt x="361539" y="151923"/>
                  <a:pt x="374332" y="139130"/>
                  <a:pt x="374332" y="123348"/>
                </a:cubicBezTo>
                <a:cubicBezTo>
                  <a:pt x="374332" y="107567"/>
                  <a:pt x="361539" y="94773"/>
                  <a:pt x="345757" y="94773"/>
                </a:cubicBezTo>
                <a:cubicBezTo>
                  <a:pt x="329976" y="94773"/>
                  <a:pt x="317182" y="107567"/>
                  <a:pt x="317182" y="123348"/>
                </a:cubicBezTo>
              </a:path>
            </a:pathLst>
          </a:custGeom>
          <a:noFill/>
          <a:ln w="14287">
            <a:solidFill>
              <a:srgbClr val="32444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79873" y="2752583"/>
            <a:ext cx="455371" cy="438268"/>
          </a:xfrm>
          <a:custGeom>
            <a:avLst/>
            <a:gdLst/>
            <a:ahLst/>
            <a:cxnLst/>
            <a:rect l="0" t="0" r="0" b="0"/>
            <a:pathLst>
              <a:path w="455371" h="438268">
                <a:moveTo>
                  <a:pt x="426539" y="136551"/>
                </a:moveTo>
                <a:cubicBezTo>
                  <a:pt x="455371" y="218336"/>
                  <a:pt x="429454" y="309412"/>
                  <a:pt x="361883" y="363765"/>
                </a:cubicBezTo>
                <a:cubicBezTo>
                  <a:pt x="294311" y="418117"/>
                  <a:pt x="199797" y="423912"/>
                  <a:pt x="126091" y="378222"/>
                </a:cubicBezTo>
                <a:lnTo>
                  <a:pt x="0" y="438268"/>
                </a:lnTo>
                <a:lnTo>
                  <a:pt x="60045" y="312176"/>
                </a:lnTo>
                <a:cubicBezTo>
                  <a:pt x="20824" y="249176"/>
                  <a:pt x="18878" y="169855"/>
                  <a:pt x="54961" y="105008"/>
                </a:cubicBezTo>
                <a:cubicBezTo>
                  <a:pt x="91045" y="40160"/>
                  <a:pt x="159475" y="0"/>
                  <a:pt x="233686" y="118"/>
                </a:cubicBezTo>
                <a:cubicBezTo>
                  <a:pt x="320404" y="78"/>
                  <a:pt x="397708" y="54766"/>
                  <a:pt x="426539" y="136551"/>
                </a:cubicBezTo>
                <a:close/>
                <a:moveTo>
                  <a:pt x="157162" y="171568"/>
                </a:moveTo>
                <a:cubicBezTo>
                  <a:pt x="154532" y="171568"/>
                  <a:pt x="152400" y="173700"/>
                  <a:pt x="152400" y="176330"/>
                </a:cubicBezTo>
                <a:cubicBezTo>
                  <a:pt x="152400" y="178960"/>
                  <a:pt x="154532" y="181093"/>
                  <a:pt x="157162" y="181093"/>
                </a:cubicBezTo>
                <a:cubicBezTo>
                  <a:pt x="159792" y="181093"/>
                  <a:pt x="161925" y="178960"/>
                  <a:pt x="161925" y="176330"/>
                </a:cubicBezTo>
                <a:cubicBezTo>
                  <a:pt x="161925" y="173700"/>
                  <a:pt x="159792" y="171568"/>
                  <a:pt x="157162" y="171568"/>
                </a:cubicBezTo>
                <a:moveTo>
                  <a:pt x="309562" y="171568"/>
                </a:moveTo>
                <a:cubicBezTo>
                  <a:pt x="306932" y="171568"/>
                  <a:pt x="304800" y="173700"/>
                  <a:pt x="304800" y="176330"/>
                </a:cubicBezTo>
                <a:cubicBezTo>
                  <a:pt x="304800" y="178960"/>
                  <a:pt x="306932" y="181093"/>
                  <a:pt x="309562" y="181093"/>
                </a:cubicBezTo>
                <a:cubicBezTo>
                  <a:pt x="312192" y="181093"/>
                  <a:pt x="314325" y="178960"/>
                  <a:pt x="314325" y="176330"/>
                </a:cubicBezTo>
                <a:cubicBezTo>
                  <a:pt x="314325" y="173700"/>
                  <a:pt x="312192" y="171568"/>
                  <a:pt x="309562" y="171568"/>
                </a:cubicBezTo>
                <a:moveTo>
                  <a:pt x="185737" y="238243"/>
                </a:moveTo>
                <a:cubicBezTo>
                  <a:pt x="185737" y="264545"/>
                  <a:pt x="207059" y="285868"/>
                  <a:pt x="233362" y="285868"/>
                </a:cubicBezTo>
                <a:cubicBezTo>
                  <a:pt x="259665" y="285868"/>
                  <a:pt x="280987" y="264545"/>
                  <a:pt x="280987" y="238243"/>
                </a:cubicBezTo>
                <a:close/>
              </a:path>
            </a:pathLst>
          </a:custGeom>
          <a:noFill/>
          <a:ln w="14287">
            <a:solidFill>
              <a:srgbClr val="42473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70148" y="3543277"/>
            <a:ext cx="442912" cy="442912"/>
          </a:xfrm>
          <a:custGeom>
            <a:avLst/>
            <a:gdLst/>
            <a:ahLst/>
            <a:cxnLst/>
            <a:rect l="0" t="0" r="0" b="0"/>
            <a:pathLst>
              <a:path w="442912" h="442912">
                <a:moveTo>
                  <a:pt x="14287" y="442912"/>
                </a:moveTo>
                <a:cubicBezTo>
                  <a:pt x="37147" y="410527"/>
                  <a:pt x="75247" y="389572"/>
                  <a:pt x="119062" y="389572"/>
                </a:cubicBezTo>
                <a:cubicBezTo>
                  <a:pt x="162877" y="389572"/>
                  <a:pt x="200977" y="410527"/>
                  <a:pt x="223837" y="442912"/>
                </a:cubicBezTo>
                <a:moveTo>
                  <a:pt x="119064" y="216217"/>
                </a:moveTo>
                <a:lnTo>
                  <a:pt x="119064" y="159067"/>
                </a:lnTo>
                <a:moveTo>
                  <a:pt x="223837" y="271462"/>
                </a:moveTo>
                <a:lnTo>
                  <a:pt x="14287" y="271462"/>
                </a:lnTo>
                <a:moveTo>
                  <a:pt x="40957" y="254317"/>
                </a:moveTo>
                <a:cubicBezTo>
                  <a:pt x="42862" y="212407"/>
                  <a:pt x="77152" y="178117"/>
                  <a:pt x="119062" y="178117"/>
                </a:cubicBezTo>
                <a:cubicBezTo>
                  <a:pt x="162877" y="178117"/>
                  <a:pt x="197167" y="212407"/>
                  <a:pt x="197167" y="256222"/>
                </a:cubicBezTo>
                <a:lnTo>
                  <a:pt x="197167" y="290512"/>
                </a:lnTo>
                <a:cubicBezTo>
                  <a:pt x="197167" y="334327"/>
                  <a:pt x="162877" y="368617"/>
                  <a:pt x="119062" y="368617"/>
                </a:cubicBezTo>
                <a:cubicBezTo>
                  <a:pt x="77152" y="368617"/>
                  <a:pt x="42862" y="334327"/>
                  <a:pt x="40957" y="292417"/>
                </a:cubicBezTo>
                <a:close/>
                <a:moveTo>
                  <a:pt x="233362" y="100012"/>
                </a:moveTo>
                <a:cubicBezTo>
                  <a:pt x="233362" y="52667"/>
                  <a:pt x="271742" y="14287"/>
                  <a:pt x="319087" y="14287"/>
                </a:cubicBezTo>
                <a:cubicBezTo>
                  <a:pt x="366432" y="14287"/>
                  <a:pt x="404812" y="52667"/>
                  <a:pt x="404812" y="100012"/>
                </a:cubicBezTo>
                <a:cubicBezTo>
                  <a:pt x="404812" y="147357"/>
                  <a:pt x="366432" y="185737"/>
                  <a:pt x="319087" y="185737"/>
                </a:cubicBezTo>
                <a:cubicBezTo>
                  <a:pt x="271742" y="185737"/>
                  <a:pt x="233362" y="147357"/>
                  <a:pt x="233362" y="100012"/>
                </a:cubicBezTo>
                <a:close/>
                <a:moveTo>
                  <a:pt x="0" y="0"/>
                </a:moveTo>
                <a:moveTo>
                  <a:pt x="442912" y="223837"/>
                </a:moveTo>
                <a:lnTo>
                  <a:pt x="381952" y="160972"/>
                </a:lnTo>
              </a:path>
            </a:pathLst>
          </a:custGeom>
          <a:noFill/>
          <a:ln w="14287">
            <a:solidFill>
              <a:srgbClr val="32444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79111" y="3552230"/>
            <a:ext cx="438911" cy="468629"/>
          </a:xfrm>
          <a:custGeom>
            <a:avLst/>
            <a:gdLst/>
            <a:ahLst/>
            <a:cxnLst/>
            <a:rect l="0" t="0" r="0" b="0"/>
            <a:pathLst>
              <a:path w="438911" h="468629">
                <a:moveTo>
                  <a:pt x="309181" y="254507"/>
                </a:moveTo>
                <a:cubicBezTo>
                  <a:pt x="309181" y="254507"/>
                  <a:pt x="359092" y="224599"/>
                  <a:pt x="389000" y="224599"/>
                </a:cubicBezTo>
                <a:cubicBezTo>
                  <a:pt x="418909" y="224599"/>
                  <a:pt x="438911" y="264413"/>
                  <a:pt x="438911" y="284416"/>
                </a:cubicBezTo>
                <a:cubicBezTo>
                  <a:pt x="438911" y="304418"/>
                  <a:pt x="398145" y="404240"/>
                  <a:pt x="379095" y="404240"/>
                </a:cubicBezTo>
                <a:cubicBezTo>
                  <a:pt x="355355" y="405825"/>
                  <a:pt x="331546" y="402452"/>
                  <a:pt x="309181" y="394334"/>
                </a:cubicBezTo>
                <a:moveTo>
                  <a:pt x="140779" y="401192"/>
                </a:moveTo>
                <a:cubicBezTo>
                  <a:pt x="48386" y="401002"/>
                  <a:pt x="1714" y="350329"/>
                  <a:pt x="761" y="295846"/>
                </a:cubicBezTo>
                <a:cubicBezTo>
                  <a:pt x="0" y="247840"/>
                  <a:pt x="31432" y="206120"/>
                  <a:pt x="92963" y="179641"/>
                </a:cubicBezTo>
                <a:moveTo>
                  <a:pt x="339470" y="238696"/>
                </a:moveTo>
                <a:cubicBezTo>
                  <a:pt x="315766" y="225429"/>
                  <a:pt x="287859" y="221812"/>
                  <a:pt x="261556" y="228599"/>
                </a:cubicBezTo>
                <a:cubicBezTo>
                  <a:pt x="213550" y="236600"/>
                  <a:pt x="194881" y="285749"/>
                  <a:pt x="166306" y="304799"/>
                </a:cubicBezTo>
                <a:cubicBezTo>
                  <a:pt x="137731" y="323849"/>
                  <a:pt x="90106" y="333374"/>
                  <a:pt x="71056" y="295274"/>
                </a:cubicBezTo>
                <a:cubicBezTo>
                  <a:pt x="52006" y="257174"/>
                  <a:pt x="111252" y="217741"/>
                  <a:pt x="111252" y="217741"/>
                </a:cubicBezTo>
                <a:moveTo>
                  <a:pt x="216407" y="404050"/>
                </a:moveTo>
                <a:cubicBezTo>
                  <a:pt x="216407" y="404050"/>
                  <a:pt x="149732" y="468629"/>
                  <a:pt x="80771" y="423100"/>
                </a:cubicBezTo>
                <a:cubicBezTo>
                  <a:pt x="134111" y="432625"/>
                  <a:pt x="181736" y="352996"/>
                  <a:pt x="181736" y="352996"/>
                </a:cubicBezTo>
                <a:cubicBezTo>
                  <a:pt x="202278" y="361775"/>
                  <a:pt x="215822" y="381718"/>
                  <a:pt x="216407" y="404050"/>
                </a:cubicBezTo>
                <a:close/>
                <a:moveTo>
                  <a:pt x="247268" y="295846"/>
                </a:moveTo>
                <a:cubicBezTo>
                  <a:pt x="249899" y="295846"/>
                  <a:pt x="252031" y="297978"/>
                  <a:pt x="252031" y="300608"/>
                </a:cubicBezTo>
                <a:moveTo>
                  <a:pt x="242506" y="300037"/>
                </a:moveTo>
                <a:cubicBezTo>
                  <a:pt x="242506" y="297407"/>
                  <a:pt x="244638" y="295274"/>
                  <a:pt x="247268" y="295274"/>
                </a:cubicBezTo>
                <a:moveTo>
                  <a:pt x="247268" y="304799"/>
                </a:moveTo>
                <a:cubicBezTo>
                  <a:pt x="244638" y="304799"/>
                  <a:pt x="242506" y="302667"/>
                  <a:pt x="242506" y="300037"/>
                </a:cubicBezTo>
                <a:moveTo>
                  <a:pt x="252031" y="300037"/>
                </a:moveTo>
                <a:cubicBezTo>
                  <a:pt x="252031" y="302667"/>
                  <a:pt x="249899" y="304799"/>
                  <a:pt x="247268" y="304799"/>
                </a:cubicBezTo>
                <a:moveTo>
                  <a:pt x="112966" y="121919"/>
                </a:moveTo>
                <a:lnTo>
                  <a:pt x="166687" y="232409"/>
                </a:lnTo>
                <a:cubicBezTo>
                  <a:pt x="171519" y="239333"/>
                  <a:pt x="171857" y="248441"/>
                  <a:pt x="167553" y="255704"/>
                </a:cubicBezTo>
                <a:cubicBezTo>
                  <a:pt x="163249" y="262967"/>
                  <a:pt x="155096" y="267043"/>
                  <a:pt x="146703" y="266129"/>
                </a:cubicBezTo>
                <a:cubicBezTo>
                  <a:pt x="138310" y="265215"/>
                  <a:pt x="131227" y="259479"/>
                  <a:pt x="128587" y="251460"/>
                </a:cubicBezTo>
                <a:lnTo>
                  <a:pt x="71437" y="135064"/>
                </a:lnTo>
                <a:moveTo>
                  <a:pt x="72199" y="134873"/>
                </a:moveTo>
                <a:cubicBezTo>
                  <a:pt x="29336" y="135635"/>
                  <a:pt x="18859" y="85724"/>
                  <a:pt x="18859" y="55625"/>
                </a:cubicBezTo>
                <a:cubicBezTo>
                  <a:pt x="19531" y="36398"/>
                  <a:pt x="23998" y="17494"/>
                  <a:pt x="32003" y="0"/>
                </a:cubicBezTo>
                <a:cubicBezTo>
                  <a:pt x="46413" y="11295"/>
                  <a:pt x="62562" y="20174"/>
                  <a:pt x="79819" y="26288"/>
                </a:cubicBezTo>
                <a:cubicBezTo>
                  <a:pt x="115823" y="38861"/>
                  <a:pt x="136778" y="86296"/>
                  <a:pt x="120776" y="111442"/>
                </a:cubicBezTo>
                <a:cubicBezTo>
                  <a:pt x="111071" y="128636"/>
                  <a:pt x="91697" y="137981"/>
                  <a:pt x="72199" y="134873"/>
                </a:cubicBezTo>
                <a:close/>
                <a:moveTo>
                  <a:pt x="21336" y="82676"/>
                </a:moveTo>
                <a:cubicBezTo>
                  <a:pt x="32385" y="84200"/>
                  <a:pt x="82867" y="88772"/>
                  <a:pt x="106870" y="44576"/>
                </a:cubicBezTo>
                <a:moveTo>
                  <a:pt x="219836" y="181546"/>
                </a:moveTo>
                <a:lnTo>
                  <a:pt x="219836" y="29146"/>
                </a:lnTo>
                <a:cubicBezTo>
                  <a:pt x="219836" y="23886"/>
                  <a:pt x="224101" y="19621"/>
                  <a:pt x="229361" y="19621"/>
                </a:cubicBezTo>
                <a:lnTo>
                  <a:pt x="410336" y="19621"/>
                </a:lnTo>
                <a:cubicBezTo>
                  <a:pt x="415597" y="19621"/>
                  <a:pt x="419861" y="23886"/>
                  <a:pt x="419861" y="29146"/>
                </a:cubicBezTo>
                <a:lnTo>
                  <a:pt x="419861" y="181546"/>
                </a:lnTo>
                <a:moveTo>
                  <a:pt x="353186" y="162496"/>
                </a:moveTo>
                <a:lnTo>
                  <a:pt x="320039" y="112775"/>
                </a:lnTo>
                <a:cubicBezTo>
                  <a:pt x="316420" y="108543"/>
                  <a:pt x="311130" y="106107"/>
                  <a:pt x="305561" y="106107"/>
                </a:cubicBezTo>
                <a:cubicBezTo>
                  <a:pt x="299993" y="106107"/>
                  <a:pt x="294703" y="108543"/>
                  <a:pt x="291084" y="112775"/>
                </a:cubicBezTo>
                <a:lnTo>
                  <a:pt x="257936" y="162496"/>
                </a:lnTo>
                <a:moveTo>
                  <a:pt x="366331" y="72008"/>
                </a:moveTo>
                <a:cubicBezTo>
                  <a:pt x="366331" y="69378"/>
                  <a:pt x="364199" y="67246"/>
                  <a:pt x="361568" y="67246"/>
                </a:cubicBezTo>
                <a:moveTo>
                  <a:pt x="361568" y="67246"/>
                </a:moveTo>
                <a:cubicBezTo>
                  <a:pt x="359146" y="67228"/>
                  <a:pt x="357097" y="69032"/>
                  <a:pt x="356806" y="71437"/>
                </a:cubicBezTo>
                <a:moveTo>
                  <a:pt x="356806" y="71437"/>
                </a:moveTo>
                <a:cubicBezTo>
                  <a:pt x="356806" y="74067"/>
                  <a:pt x="358938" y="76199"/>
                  <a:pt x="361568" y="76199"/>
                </a:cubicBezTo>
                <a:moveTo>
                  <a:pt x="361568" y="76199"/>
                </a:moveTo>
                <a:cubicBezTo>
                  <a:pt x="364199" y="76199"/>
                  <a:pt x="366331" y="74067"/>
                  <a:pt x="366331" y="71437"/>
                </a:cubicBezTo>
              </a:path>
            </a:pathLst>
          </a:custGeom>
          <a:noFill/>
          <a:ln w="14287">
            <a:solidFill>
              <a:srgbClr val="42473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693979" y="2941819"/>
            <a:ext cx="1364104" cy="1364104"/>
            <a:chOff x="2435901" y="2533337"/>
            <a:chExt cx="1364104" cy="1364104"/>
          </a:xfrm>
        </p:grpSpPr>
        <p:sp>
          <p:nvSpPr>
            <p:cNvPr id="2" name="Rounded Rectangle 1"/>
            <p:cNvSpPr/>
            <p:nvPr/>
          </p:nvSpPr>
          <p:spPr>
            <a:xfrm>
              <a:off x="2435901" y="2533337"/>
              <a:ext cx="1364104" cy="1364104"/>
            </a:xfrm>
            <a:custGeom>
              <a:avLst/>
              <a:gdLst/>
              <a:ahLst/>
              <a:cxnLst/>
              <a:rect l="0" t="0" r="0" b="0"/>
              <a:pathLst>
                <a:path w="1364104" h="1364104">
                  <a:moveTo>
                    <a:pt x="1175126" y="1153301"/>
                  </a:moveTo>
                  <a:lnTo>
                    <a:pt x="1140813" y="1152993"/>
                  </a:lnTo>
                  <a:lnTo>
                    <a:pt x="1140784" y="1186796"/>
                  </a:lnTo>
                  <a:cubicBezTo>
                    <a:pt x="1019645" y="1296957"/>
                    <a:pt x="858690" y="1364104"/>
                    <a:pt x="682052" y="1364104"/>
                  </a:cubicBezTo>
                  <a:cubicBezTo>
                    <a:pt x="505443" y="1364104"/>
                    <a:pt x="344512" y="1296979"/>
                    <a:pt x="223379" y="1186850"/>
                  </a:cubicBezTo>
                  <a:lnTo>
                    <a:pt x="223290" y="1152993"/>
                  </a:lnTo>
                  <a:lnTo>
                    <a:pt x="188327" y="1152619"/>
                  </a:lnTo>
                  <a:cubicBezTo>
                    <a:pt x="71640" y="1030226"/>
                    <a:pt x="0" y="864506"/>
                    <a:pt x="0" y="682052"/>
                  </a:cubicBezTo>
                  <a:cubicBezTo>
                    <a:pt x="0" y="505443"/>
                    <a:pt x="67125" y="344511"/>
                    <a:pt x="177254" y="223378"/>
                  </a:cubicBezTo>
                  <a:lnTo>
                    <a:pt x="211111" y="223290"/>
                  </a:lnTo>
                  <a:lnTo>
                    <a:pt x="211546" y="188269"/>
                  </a:lnTo>
                  <a:cubicBezTo>
                    <a:pt x="333932" y="71617"/>
                    <a:pt x="499629" y="0"/>
                    <a:pt x="682052" y="0"/>
                  </a:cubicBezTo>
                  <a:cubicBezTo>
                    <a:pt x="864842" y="0"/>
                    <a:pt x="1030837" y="71905"/>
                    <a:pt x="1153295" y="188973"/>
                  </a:cubicBezTo>
                  <a:lnTo>
                    <a:pt x="1152993" y="223290"/>
                  </a:lnTo>
                  <a:lnTo>
                    <a:pt x="1186258" y="222728"/>
                  </a:lnTo>
                  <a:cubicBezTo>
                    <a:pt x="1296738" y="343934"/>
                    <a:pt x="1364104" y="505126"/>
                    <a:pt x="1364104" y="682052"/>
                  </a:cubicBezTo>
                  <a:cubicBezTo>
                    <a:pt x="1364104" y="864844"/>
                    <a:pt x="1292197" y="1030842"/>
                    <a:pt x="1175126" y="115330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435901" y="2533337"/>
              <a:ext cx="1364104" cy="1364104"/>
            </a:xfrm>
            <a:custGeom>
              <a:avLst/>
              <a:gdLst/>
              <a:ahLst/>
              <a:cxnLst/>
              <a:rect l="0" t="0" r="0" b="0"/>
              <a:pathLst>
                <a:path w="1364104" h="1364104">
                  <a:moveTo>
                    <a:pt x="1175126" y="1153301"/>
                  </a:moveTo>
                  <a:lnTo>
                    <a:pt x="1140813" y="1152993"/>
                  </a:lnTo>
                  <a:lnTo>
                    <a:pt x="1140784" y="1186796"/>
                  </a:lnTo>
                  <a:cubicBezTo>
                    <a:pt x="1019645" y="1296957"/>
                    <a:pt x="858690" y="1364104"/>
                    <a:pt x="682052" y="1364104"/>
                  </a:cubicBezTo>
                  <a:cubicBezTo>
                    <a:pt x="505443" y="1364104"/>
                    <a:pt x="344512" y="1296979"/>
                    <a:pt x="223379" y="1186850"/>
                  </a:cubicBezTo>
                  <a:lnTo>
                    <a:pt x="223290" y="1152993"/>
                  </a:lnTo>
                  <a:lnTo>
                    <a:pt x="188327" y="1152619"/>
                  </a:lnTo>
                  <a:cubicBezTo>
                    <a:pt x="71640" y="1030226"/>
                    <a:pt x="0" y="864506"/>
                    <a:pt x="0" y="682052"/>
                  </a:cubicBezTo>
                  <a:cubicBezTo>
                    <a:pt x="0" y="505443"/>
                    <a:pt x="67125" y="344511"/>
                    <a:pt x="177254" y="223378"/>
                  </a:cubicBezTo>
                  <a:lnTo>
                    <a:pt x="211111" y="223290"/>
                  </a:lnTo>
                  <a:lnTo>
                    <a:pt x="211546" y="188269"/>
                  </a:lnTo>
                  <a:cubicBezTo>
                    <a:pt x="333932" y="71617"/>
                    <a:pt x="499629" y="0"/>
                    <a:pt x="682052" y="0"/>
                  </a:cubicBezTo>
                  <a:cubicBezTo>
                    <a:pt x="864842" y="0"/>
                    <a:pt x="1030837" y="71905"/>
                    <a:pt x="1153295" y="188973"/>
                  </a:cubicBezTo>
                  <a:lnTo>
                    <a:pt x="1152993" y="223290"/>
                  </a:lnTo>
                  <a:lnTo>
                    <a:pt x="1186258" y="222728"/>
                  </a:lnTo>
                  <a:cubicBezTo>
                    <a:pt x="1296738" y="343934"/>
                    <a:pt x="1364104" y="505126"/>
                    <a:pt x="1364104" y="682052"/>
                  </a:cubicBezTo>
                  <a:cubicBezTo>
                    <a:pt x="1364104" y="864844"/>
                    <a:pt x="1292197" y="1030842"/>
                    <a:pt x="1175126" y="1153301"/>
                  </a:cubicBezTo>
                  <a:close/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427310" y="1675150"/>
            <a:ext cx="1948721" cy="1948721"/>
            <a:chOff x="1169232" y="1266668"/>
            <a:chExt cx="1948721" cy="1948721"/>
          </a:xfrm>
        </p:grpSpPr>
        <p:sp>
          <p:nvSpPr>
            <p:cNvPr id="5" name="Rounded Rectangle 4"/>
            <p:cNvSpPr/>
            <p:nvPr/>
          </p:nvSpPr>
          <p:spPr>
            <a:xfrm>
              <a:off x="1169232" y="1266668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202978" y="148337"/>
                  </a:moveTo>
                  <a:cubicBezTo>
                    <a:pt x="1439407" y="50405"/>
                    <a:pt x="1692811" y="0"/>
                    <a:pt x="1948721" y="0"/>
                  </a:cubicBezTo>
                  <a:lnTo>
                    <a:pt x="1948721" y="676711"/>
                  </a:lnTo>
                  <a:cubicBezTo>
                    <a:pt x="1781678" y="676711"/>
                    <a:pt x="1616271" y="709613"/>
                    <a:pt x="1461943" y="773536"/>
                  </a:cubicBezTo>
                  <a:cubicBezTo>
                    <a:pt x="1366239" y="813179"/>
                    <a:pt x="1275958" y="864270"/>
                    <a:pt x="1193009" y="925535"/>
                  </a:cubicBezTo>
                  <a:lnTo>
                    <a:pt x="1414005" y="1146531"/>
                  </a:lnTo>
                  <a:lnTo>
                    <a:pt x="1482903" y="1077633"/>
                  </a:lnTo>
                  <a:lnTo>
                    <a:pt x="1477780" y="1489959"/>
                  </a:lnTo>
                  <a:lnTo>
                    <a:pt x="1069517" y="1491020"/>
                  </a:lnTo>
                  <a:lnTo>
                    <a:pt x="1138415" y="1422122"/>
                  </a:lnTo>
                  <a:lnTo>
                    <a:pt x="918677" y="1202384"/>
                  </a:lnTo>
                  <a:cubicBezTo>
                    <a:pt x="860449" y="1282745"/>
                    <a:pt x="811691" y="1369833"/>
                    <a:pt x="773536" y="1461944"/>
                  </a:cubicBezTo>
                  <a:cubicBezTo>
                    <a:pt x="709612" y="1616271"/>
                    <a:pt x="676711" y="1781678"/>
                    <a:pt x="676711" y="1948721"/>
                  </a:cubicBezTo>
                  <a:lnTo>
                    <a:pt x="0" y="1948721"/>
                  </a:lnTo>
                  <a:cubicBezTo>
                    <a:pt x="0" y="1692811"/>
                    <a:pt x="50405" y="1439407"/>
                    <a:pt x="148337" y="1202978"/>
                  </a:cubicBezTo>
                  <a:cubicBezTo>
                    <a:pt x="246269" y="966548"/>
                    <a:pt x="389811" y="751723"/>
                    <a:pt x="570767" y="570767"/>
                  </a:cubicBezTo>
                  <a:cubicBezTo>
                    <a:pt x="751722" y="389811"/>
                    <a:pt x="966547" y="246269"/>
                    <a:pt x="1202978" y="148337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169232" y="1266668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202978" y="148337"/>
                  </a:moveTo>
                  <a:cubicBezTo>
                    <a:pt x="1439407" y="50405"/>
                    <a:pt x="1692811" y="0"/>
                    <a:pt x="1948721" y="0"/>
                  </a:cubicBezTo>
                  <a:lnTo>
                    <a:pt x="1948721" y="676711"/>
                  </a:lnTo>
                  <a:cubicBezTo>
                    <a:pt x="1781678" y="676711"/>
                    <a:pt x="1616271" y="709613"/>
                    <a:pt x="1461943" y="773536"/>
                  </a:cubicBezTo>
                  <a:cubicBezTo>
                    <a:pt x="1366239" y="813179"/>
                    <a:pt x="1275958" y="864270"/>
                    <a:pt x="1193009" y="925535"/>
                  </a:cubicBezTo>
                  <a:lnTo>
                    <a:pt x="1414005" y="1146531"/>
                  </a:lnTo>
                  <a:lnTo>
                    <a:pt x="1482903" y="1077633"/>
                  </a:lnTo>
                  <a:lnTo>
                    <a:pt x="1477780" y="1489959"/>
                  </a:lnTo>
                  <a:lnTo>
                    <a:pt x="1069517" y="1491020"/>
                  </a:lnTo>
                  <a:lnTo>
                    <a:pt x="1138415" y="1422122"/>
                  </a:lnTo>
                  <a:lnTo>
                    <a:pt x="918677" y="1202384"/>
                  </a:lnTo>
                  <a:cubicBezTo>
                    <a:pt x="860449" y="1282745"/>
                    <a:pt x="811691" y="1369833"/>
                    <a:pt x="773536" y="1461944"/>
                  </a:cubicBezTo>
                  <a:cubicBezTo>
                    <a:pt x="709612" y="1616271"/>
                    <a:pt x="676711" y="1781678"/>
                    <a:pt x="676711" y="1948721"/>
                  </a:cubicBezTo>
                  <a:lnTo>
                    <a:pt x="0" y="1948721"/>
                  </a:lnTo>
                  <a:cubicBezTo>
                    <a:pt x="0" y="1692811"/>
                    <a:pt x="50405" y="1439407"/>
                    <a:pt x="148337" y="1202978"/>
                  </a:cubicBezTo>
                  <a:cubicBezTo>
                    <a:pt x="246269" y="966548"/>
                    <a:pt x="389811" y="751723"/>
                    <a:pt x="570767" y="570767"/>
                  </a:cubicBezTo>
                  <a:cubicBezTo>
                    <a:pt x="751722" y="389811"/>
                    <a:pt x="966547" y="246269"/>
                    <a:pt x="1202978" y="148337"/>
                  </a:cubicBezTo>
                  <a:close/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427310" y="3623872"/>
            <a:ext cx="1948721" cy="1948721"/>
            <a:chOff x="1169232" y="3215390"/>
            <a:chExt cx="1948721" cy="1948721"/>
          </a:xfrm>
        </p:grpSpPr>
        <p:sp>
          <p:nvSpPr>
            <p:cNvPr id="8" name="Rounded Rectangle 7"/>
            <p:cNvSpPr/>
            <p:nvPr/>
          </p:nvSpPr>
          <p:spPr>
            <a:xfrm>
              <a:off x="1169232" y="3215390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48337" y="745743"/>
                  </a:moveTo>
                  <a:cubicBezTo>
                    <a:pt x="50405" y="509313"/>
                    <a:pt x="0" y="255910"/>
                    <a:pt x="0" y="0"/>
                  </a:cubicBezTo>
                  <a:lnTo>
                    <a:pt x="676711" y="0"/>
                  </a:lnTo>
                  <a:cubicBezTo>
                    <a:pt x="676711" y="167042"/>
                    <a:pt x="709612" y="332450"/>
                    <a:pt x="773536" y="486777"/>
                  </a:cubicBezTo>
                  <a:cubicBezTo>
                    <a:pt x="813244" y="582639"/>
                    <a:pt x="864438" y="673059"/>
                    <a:pt x="925837" y="756120"/>
                  </a:cubicBezTo>
                  <a:lnTo>
                    <a:pt x="1146536" y="535421"/>
                  </a:lnTo>
                  <a:lnTo>
                    <a:pt x="1077639" y="466523"/>
                  </a:lnTo>
                  <a:lnTo>
                    <a:pt x="1489959" y="470940"/>
                  </a:lnTo>
                  <a:lnTo>
                    <a:pt x="1491025" y="879910"/>
                  </a:lnTo>
                  <a:lnTo>
                    <a:pt x="1422128" y="811012"/>
                  </a:lnTo>
                  <a:lnTo>
                    <a:pt x="1202797" y="1030343"/>
                  </a:lnTo>
                  <a:cubicBezTo>
                    <a:pt x="1283043" y="1088438"/>
                    <a:pt x="1369990" y="1137095"/>
                    <a:pt x="1461943" y="1175184"/>
                  </a:cubicBezTo>
                  <a:cubicBezTo>
                    <a:pt x="1616271" y="1239109"/>
                    <a:pt x="1781678" y="1272009"/>
                    <a:pt x="1948721" y="1272009"/>
                  </a:cubicBezTo>
                  <a:lnTo>
                    <a:pt x="1948721" y="1948721"/>
                  </a:lnTo>
                  <a:cubicBezTo>
                    <a:pt x="1692811" y="1948721"/>
                    <a:pt x="1439407" y="1898316"/>
                    <a:pt x="1202978" y="1800383"/>
                  </a:cubicBezTo>
                  <a:cubicBezTo>
                    <a:pt x="966547" y="1702451"/>
                    <a:pt x="751722" y="1558909"/>
                    <a:pt x="570767" y="1377953"/>
                  </a:cubicBezTo>
                  <a:cubicBezTo>
                    <a:pt x="389811" y="1196998"/>
                    <a:pt x="246269" y="982173"/>
                    <a:pt x="148337" y="745743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69232" y="3215390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48337" y="745743"/>
                  </a:moveTo>
                  <a:cubicBezTo>
                    <a:pt x="50405" y="509313"/>
                    <a:pt x="0" y="255910"/>
                    <a:pt x="0" y="0"/>
                  </a:cubicBezTo>
                  <a:lnTo>
                    <a:pt x="676711" y="0"/>
                  </a:lnTo>
                  <a:cubicBezTo>
                    <a:pt x="676711" y="167042"/>
                    <a:pt x="709612" y="332450"/>
                    <a:pt x="773536" y="486777"/>
                  </a:cubicBezTo>
                  <a:cubicBezTo>
                    <a:pt x="813244" y="582639"/>
                    <a:pt x="864438" y="673059"/>
                    <a:pt x="925837" y="756120"/>
                  </a:cubicBezTo>
                  <a:lnTo>
                    <a:pt x="1146536" y="535421"/>
                  </a:lnTo>
                  <a:lnTo>
                    <a:pt x="1077639" y="466523"/>
                  </a:lnTo>
                  <a:lnTo>
                    <a:pt x="1489959" y="470940"/>
                  </a:lnTo>
                  <a:lnTo>
                    <a:pt x="1491025" y="879910"/>
                  </a:lnTo>
                  <a:lnTo>
                    <a:pt x="1422128" y="811012"/>
                  </a:lnTo>
                  <a:lnTo>
                    <a:pt x="1202797" y="1030343"/>
                  </a:lnTo>
                  <a:cubicBezTo>
                    <a:pt x="1283043" y="1088438"/>
                    <a:pt x="1369990" y="1137095"/>
                    <a:pt x="1461943" y="1175184"/>
                  </a:cubicBezTo>
                  <a:cubicBezTo>
                    <a:pt x="1616271" y="1239109"/>
                    <a:pt x="1781678" y="1272009"/>
                    <a:pt x="1948721" y="1272009"/>
                  </a:cubicBezTo>
                  <a:lnTo>
                    <a:pt x="1948721" y="1948721"/>
                  </a:lnTo>
                  <a:cubicBezTo>
                    <a:pt x="1692811" y="1948721"/>
                    <a:pt x="1439407" y="1898316"/>
                    <a:pt x="1202978" y="1800383"/>
                  </a:cubicBezTo>
                  <a:cubicBezTo>
                    <a:pt x="966547" y="1702451"/>
                    <a:pt x="751722" y="1558909"/>
                    <a:pt x="570767" y="1377953"/>
                  </a:cubicBezTo>
                  <a:cubicBezTo>
                    <a:pt x="389811" y="1196998"/>
                    <a:pt x="246269" y="982173"/>
                    <a:pt x="148337" y="745743"/>
                  </a:cubicBezTo>
                  <a:close/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76032" y="3623872"/>
            <a:ext cx="1948721" cy="1948721"/>
            <a:chOff x="3117954" y="3215390"/>
            <a:chExt cx="1948721" cy="1948721"/>
          </a:xfrm>
        </p:grpSpPr>
        <p:sp>
          <p:nvSpPr>
            <p:cNvPr id="11" name="Rounded Rectangle 10"/>
            <p:cNvSpPr/>
            <p:nvPr/>
          </p:nvSpPr>
          <p:spPr>
            <a:xfrm>
              <a:off x="3117954" y="3215390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745743" y="1800383"/>
                  </a:moveTo>
                  <a:cubicBezTo>
                    <a:pt x="509313" y="1898316"/>
                    <a:pt x="255910" y="1948721"/>
                    <a:pt x="0" y="1948721"/>
                  </a:cubicBezTo>
                  <a:lnTo>
                    <a:pt x="0" y="1272009"/>
                  </a:lnTo>
                  <a:cubicBezTo>
                    <a:pt x="167042" y="1272009"/>
                    <a:pt x="332450" y="1239108"/>
                    <a:pt x="486777" y="1175184"/>
                  </a:cubicBezTo>
                  <a:cubicBezTo>
                    <a:pt x="577087" y="1137776"/>
                    <a:pt x="662568" y="1090173"/>
                    <a:pt x="741615" y="1033448"/>
                  </a:cubicBezTo>
                  <a:lnTo>
                    <a:pt x="527300" y="819132"/>
                  </a:lnTo>
                  <a:lnTo>
                    <a:pt x="458402" y="888030"/>
                  </a:lnTo>
                  <a:lnTo>
                    <a:pt x="458761" y="470940"/>
                  </a:lnTo>
                  <a:lnTo>
                    <a:pt x="871788" y="474644"/>
                  </a:lnTo>
                  <a:lnTo>
                    <a:pt x="802891" y="543542"/>
                  </a:lnTo>
                  <a:lnTo>
                    <a:pt x="1019724" y="760375"/>
                  </a:lnTo>
                  <a:cubicBezTo>
                    <a:pt x="1082528" y="676151"/>
                    <a:pt x="1134798" y="584278"/>
                    <a:pt x="1175184" y="486777"/>
                  </a:cubicBezTo>
                  <a:cubicBezTo>
                    <a:pt x="1239109" y="332450"/>
                    <a:pt x="1272009" y="167042"/>
                    <a:pt x="1272009" y="0"/>
                  </a:cubicBezTo>
                  <a:lnTo>
                    <a:pt x="1948721" y="0"/>
                  </a:lnTo>
                  <a:cubicBezTo>
                    <a:pt x="1948721" y="255910"/>
                    <a:pt x="1898316" y="509313"/>
                    <a:pt x="1800383" y="745743"/>
                  </a:cubicBezTo>
                  <a:cubicBezTo>
                    <a:pt x="1702451" y="982173"/>
                    <a:pt x="1558909" y="1196998"/>
                    <a:pt x="1377953" y="1377953"/>
                  </a:cubicBezTo>
                  <a:cubicBezTo>
                    <a:pt x="1196998" y="1558909"/>
                    <a:pt x="982173" y="1702451"/>
                    <a:pt x="745743" y="1800383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117954" y="3215390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745743" y="1800383"/>
                  </a:moveTo>
                  <a:cubicBezTo>
                    <a:pt x="509313" y="1898316"/>
                    <a:pt x="255910" y="1948721"/>
                    <a:pt x="0" y="1948721"/>
                  </a:cubicBezTo>
                  <a:lnTo>
                    <a:pt x="0" y="1272009"/>
                  </a:lnTo>
                  <a:cubicBezTo>
                    <a:pt x="167042" y="1272009"/>
                    <a:pt x="332450" y="1239108"/>
                    <a:pt x="486777" y="1175184"/>
                  </a:cubicBezTo>
                  <a:cubicBezTo>
                    <a:pt x="577087" y="1137776"/>
                    <a:pt x="662568" y="1090173"/>
                    <a:pt x="741615" y="1033448"/>
                  </a:cubicBezTo>
                  <a:lnTo>
                    <a:pt x="527300" y="819132"/>
                  </a:lnTo>
                  <a:lnTo>
                    <a:pt x="458402" y="888030"/>
                  </a:lnTo>
                  <a:lnTo>
                    <a:pt x="458761" y="470940"/>
                  </a:lnTo>
                  <a:lnTo>
                    <a:pt x="871788" y="474644"/>
                  </a:lnTo>
                  <a:lnTo>
                    <a:pt x="802891" y="543542"/>
                  </a:lnTo>
                  <a:lnTo>
                    <a:pt x="1019724" y="760375"/>
                  </a:lnTo>
                  <a:cubicBezTo>
                    <a:pt x="1082528" y="676151"/>
                    <a:pt x="1134798" y="584278"/>
                    <a:pt x="1175184" y="486777"/>
                  </a:cubicBezTo>
                  <a:cubicBezTo>
                    <a:pt x="1239109" y="332450"/>
                    <a:pt x="1272009" y="167042"/>
                    <a:pt x="1272009" y="0"/>
                  </a:cubicBezTo>
                  <a:lnTo>
                    <a:pt x="1948721" y="0"/>
                  </a:lnTo>
                  <a:cubicBezTo>
                    <a:pt x="1948721" y="255910"/>
                    <a:pt x="1898316" y="509313"/>
                    <a:pt x="1800383" y="745743"/>
                  </a:cubicBezTo>
                  <a:cubicBezTo>
                    <a:pt x="1702451" y="982173"/>
                    <a:pt x="1558909" y="1196998"/>
                    <a:pt x="1377953" y="1377953"/>
                  </a:cubicBezTo>
                  <a:cubicBezTo>
                    <a:pt x="1196998" y="1558909"/>
                    <a:pt x="982173" y="1702451"/>
                    <a:pt x="745743" y="1800383"/>
                  </a:cubicBezTo>
                  <a:close/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76032" y="1675150"/>
            <a:ext cx="1948721" cy="1948721"/>
            <a:chOff x="3117954" y="1266668"/>
            <a:chExt cx="1948721" cy="1948721"/>
          </a:xfrm>
        </p:grpSpPr>
        <p:sp>
          <p:nvSpPr>
            <p:cNvPr id="14" name="Rounded Rectangle 13"/>
            <p:cNvSpPr/>
            <p:nvPr/>
          </p:nvSpPr>
          <p:spPr>
            <a:xfrm>
              <a:off x="3117954" y="1266668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377953" y="570767"/>
                  </a:moveTo>
                  <a:cubicBezTo>
                    <a:pt x="1743409" y="936223"/>
                    <a:pt x="1948721" y="1431888"/>
                    <a:pt x="1948721" y="1948721"/>
                  </a:cubicBezTo>
                  <a:lnTo>
                    <a:pt x="1272009" y="1948721"/>
                  </a:lnTo>
                  <a:cubicBezTo>
                    <a:pt x="1272009" y="1679151"/>
                    <a:pt x="1186441" y="1418404"/>
                    <a:pt x="1030346" y="1202793"/>
                  </a:cubicBezTo>
                  <a:lnTo>
                    <a:pt x="819131" y="1414009"/>
                  </a:lnTo>
                  <a:lnTo>
                    <a:pt x="888029" y="1482906"/>
                  </a:lnTo>
                  <a:lnTo>
                    <a:pt x="470940" y="1489959"/>
                  </a:lnTo>
                  <a:lnTo>
                    <a:pt x="474642" y="1069520"/>
                  </a:lnTo>
                  <a:lnTo>
                    <a:pt x="543540" y="1138417"/>
                  </a:lnTo>
                  <a:lnTo>
                    <a:pt x="756124" y="925833"/>
                  </a:lnTo>
                  <a:cubicBezTo>
                    <a:pt x="538562" y="765007"/>
                    <a:pt x="273833" y="676711"/>
                    <a:pt x="0" y="676711"/>
                  </a:cubicBezTo>
                  <a:lnTo>
                    <a:pt x="0" y="0"/>
                  </a:lnTo>
                  <a:cubicBezTo>
                    <a:pt x="516833" y="0"/>
                    <a:pt x="1012497" y="205310"/>
                    <a:pt x="1377953" y="570767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117954" y="1266668"/>
              <a:ext cx="1948721" cy="1948721"/>
            </a:xfrm>
            <a:custGeom>
              <a:avLst/>
              <a:gdLst/>
              <a:ahLst/>
              <a:cxnLst/>
              <a:rect l="0" t="0" r="0" b="0"/>
              <a:pathLst>
                <a:path w="1948721" h="1948721">
                  <a:moveTo>
                    <a:pt x="1377953" y="570767"/>
                  </a:moveTo>
                  <a:cubicBezTo>
                    <a:pt x="1743409" y="936223"/>
                    <a:pt x="1948721" y="1431888"/>
                    <a:pt x="1948721" y="1948721"/>
                  </a:cubicBezTo>
                  <a:lnTo>
                    <a:pt x="1272009" y="1948721"/>
                  </a:lnTo>
                  <a:cubicBezTo>
                    <a:pt x="1272009" y="1679151"/>
                    <a:pt x="1186441" y="1418404"/>
                    <a:pt x="1030346" y="1202793"/>
                  </a:cubicBezTo>
                  <a:lnTo>
                    <a:pt x="819131" y="1414009"/>
                  </a:lnTo>
                  <a:lnTo>
                    <a:pt x="888029" y="1482906"/>
                  </a:lnTo>
                  <a:lnTo>
                    <a:pt x="470940" y="1489959"/>
                  </a:lnTo>
                  <a:lnTo>
                    <a:pt x="474642" y="1069520"/>
                  </a:lnTo>
                  <a:lnTo>
                    <a:pt x="543540" y="1138417"/>
                  </a:lnTo>
                  <a:lnTo>
                    <a:pt x="756124" y="925833"/>
                  </a:lnTo>
                  <a:cubicBezTo>
                    <a:pt x="538562" y="765007"/>
                    <a:pt x="273833" y="676711"/>
                    <a:pt x="0" y="676711"/>
                  </a:cubicBezTo>
                  <a:lnTo>
                    <a:pt x="0" y="0"/>
                  </a:lnTo>
                  <a:cubicBezTo>
                    <a:pt x="516833" y="0"/>
                    <a:pt x="1012497" y="205310"/>
                    <a:pt x="1377953" y="570767"/>
                  </a:cubicBezTo>
                  <a:close/>
                </a:path>
              </a:pathLst>
            </a:custGeom>
            <a:noFill/>
            <a:ln w="1217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33258" y="420660"/>
            <a:ext cx="404277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MCP Server Functionality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9966" y="1297586"/>
            <a:ext cx="70532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0CB15"/>
                </a:solidFill>
              </a:rPr>
              <a:t>JIRA MCP
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8149" y="1687330"/>
            <a:ext cx="91153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92BD39"/>
                </a:solidFill>
              </a:rPr>
              <a:t>Extensibility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9966" y="1805065"/>
            <a:ext cx="1295547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6432D"/>
                </a:solidFill>
              </a:rPr>
              <a:t>Actions related to
JIRA tasks and
stories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0038" y="1978017"/>
            <a:ext cx="132786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 dirty="0">
                <a:solidFill>
                  <a:srgbClr val="424736"/>
                </a:solidFill>
              </a:rPr>
              <a:t>Ability to add new
tools and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2484" y="3441179"/>
            <a:ext cx="97462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MCP Server
Functionality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2701" y="5000156"/>
            <a:ext cx="944169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1EABDA"/>
                </a:solidFill>
              </a:rPr>
              <a:t>Confluence
MCP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9966" y="5000156"/>
            <a:ext cx="112293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CC583"/>
                </a:solidFill>
              </a:rPr>
              <a:t>Oracle DB MCP
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1706" y="5507636"/>
            <a:ext cx="1285673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32444A"/>
                </a:solidFill>
              </a:rPr>
              <a:t>Actions for page
management and
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9966" y="5507636"/>
            <a:ext cx="1495987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74840"/>
                </a:solidFill>
              </a:rPr>
              <a:t>Actions for database
queries and
summaries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17482" y="2365322"/>
            <a:ext cx="373504" cy="373504"/>
          </a:xfrm>
          <a:custGeom>
            <a:avLst/>
            <a:gdLst/>
            <a:ahLst/>
            <a:cxnLst/>
            <a:rect l="0" t="0" r="0" b="0"/>
            <a:pathLst>
              <a:path w="373504" h="373504">
                <a:moveTo>
                  <a:pt x="89316" y="162393"/>
                </a:moveTo>
                <a:lnTo>
                  <a:pt x="56837" y="162393"/>
                </a:lnTo>
                <a:lnTo>
                  <a:pt x="56837" y="8119"/>
                </a:lnTo>
                <a:cubicBezTo>
                  <a:pt x="56837" y="3635"/>
                  <a:pt x="60473" y="0"/>
                  <a:pt x="64957" y="0"/>
                </a:cubicBezTo>
                <a:lnTo>
                  <a:pt x="227350" y="0"/>
                </a:lnTo>
                <a:cubicBezTo>
                  <a:pt x="231835" y="0"/>
                  <a:pt x="235470" y="3635"/>
                  <a:pt x="235470" y="8119"/>
                </a:cubicBezTo>
                <a:lnTo>
                  <a:pt x="235470" y="162393"/>
                </a:lnTo>
                <a:lnTo>
                  <a:pt x="146154" y="162393"/>
                </a:lnTo>
                <a:moveTo>
                  <a:pt x="186752" y="162393"/>
                </a:moveTo>
                <a:lnTo>
                  <a:pt x="186752" y="211111"/>
                </a:lnTo>
                <a:lnTo>
                  <a:pt x="186752" y="211111"/>
                </a:lnTo>
                <a:cubicBezTo>
                  <a:pt x="213658" y="211111"/>
                  <a:pt x="235470" y="232923"/>
                  <a:pt x="235470" y="259829"/>
                </a:cubicBezTo>
                <a:lnTo>
                  <a:pt x="235470" y="267949"/>
                </a:lnTo>
                <a:lnTo>
                  <a:pt x="186752" y="267949"/>
                </a:lnTo>
                <a:lnTo>
                  <a:pt x="186752" y="365385"/>
                </a:lnTo>
                <a:cubicBezTo>
                  <a:pt x="186752" y="369869"/>
                  <a:pt x="183117" y="373504"/>
                  <a:pt x="178632" y="373504"/>
                </a:cubicBezTo>
                <a:lnTo>
                  <a:pt x="8119" y="373504"/>
                </a:lnTo>
                <a:cubicBezTo>
                  <a:pt x="3635" y="373504"/>
                  <a:pt x="0" y="369869"/>
                  <a:pt x="0" y="365385"/>
                </a:cubicBezTo>
                <a:lnTo>
                  <a:pt x="0" y="170513"/>
                </a:lnTo>
                <a:cubicBezTo>
                  <a:pt x="0" y="166028"/>
                  <a:pt x="3635" y="162393"/>
                  <a:pt x="8119" y="162393"/>
                </a:cubicBezTo>
                <a:lnTo>
                  <a:pt x="56837" y="162393"/>
                </a:lnTo>
                <a:moveTo>
                  <a:pt x="235470" y="64957"/>
                </a:moveTo>
                <a:lnTo>
                  <a:pt x="365385" y="64957"/>
                </a:lnTo>
                <a:cubicBezTo>
                  <a:pt x="369869" y="64957"/>
                  <a:pt x="373504" y="68592"/>
                  <a:pt x="373504" y="73077"/>
                </a:cubicBezTo>
                <a:lnTo>
                  <a:pt x="373504" y="121795"/>
                </a:lnTo>
                <a:cubicBezTo>
                  <a:pt x="373504" y="126279"/>
                  <a:pt x="369869" y="129914"/>
                  <a:pt x="365385" y="129914"/>
                </a:cubicBezTo>
                <a:lnTo>
                  <a:pt x="316667" y="129914"/>
                </a:lnTo>
                <a:cubicBezTo>
                  <a:pt x="316667" y="161305"/>
                  <a:pt x="342114" y="186752"/>
                  <a:pt x="373504" y="186752"/>
                </a:cubicBezTo>
                <a:lnTo>
                  <a:pt x="373504" y="186752"/>
                </a:lnTo>
                <a:lnTo>
                  <a:pt x="373504" y="292308"/>
                </a:lnTo>
                <a:cubicBezTo>
                  <a:pt x="373504" y="296792"/>
                  <a:pt x="369869" y="300427"/>
                  <a:pt x="365385" y="300427"/>
                </a:cubicBezTo>
                <a:lnTo>
                  <a:pt x="186752" y="300427"/>
                </a:lnTo>
                <a:moveTo>
                  <a:pt x="0" y="276068"/>
                </a:moveTo>
                <a:lnTo>
                  <a:pt x="0" y="365385"/>
                </a:lnTo>
                <a:cubicBezTo>
                  <a:pt x="0" y="369869"/>
                  <a:pt x="3635" y="373504"/>
                  <a:pt x="8119" y="373504"/>
                </a:cubicBezTo>
                <a:lnTo>
                  <a:pt x="81196" y="373504"/>
                </a:lnTo>
                <a:lnTo>
                  <a:pt x="81196" y="373504"/>
                </a:lnTo>
                <a:lnTo>
                  <a:pt x="81196" y="276068"/>
                </a:lnTo>
                <a:lnTo>
                  <a:pt x="0" y="276068"/>
                </a:lnTo>
                <a:close/>
                <a:moveTo>
                  <a:pt x="0" y="308547"/>
                </a:moveTo>
                <a:lnTo>
                  <a:pt x="81196" y="308547"/>
                </a:lnTo>
                <a:moveTo>
                  <a:pt x="0" y="341026"/>
                </a:moveTo>
                <a:lnTo>
                  <a:pt x="81196" y="341026"/>
                </a:ln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Rounded Rectangle 27"/>
          <p:cNvSpPr/>
          <p:nvPr/>
        </p:nvSpPr>
        <p:spPr>
          <a:xfrm>
            <a:off x="5309745" y="2316604"/>
            <a:ext cx="373553" cy="373504"/>
          </a:xfrm>
          <a:custGeom>
            <a:avLst/>
            <a:gdLst/>
            <a:ahLst/>
            <a:cxnLst/>
            <a:rect l="0" t="0" r="0" b="0"/>
            <a:pathLst>
              <a:path w="373553" h="373504">
                <a:moveTo>
                  <a:pt x="194920" y="227350"/>
                </a:moveTo>
                <a:cubicBezTo>
                  <a:pt x="194920" y="236319"/>
                  <a:pt x="187650" y="243590"/>
                  <a:pt x="178681" y="243590"/>
                </a:cubicBezTo>
                <a:lnTo>
                  <a:pt x="12179" y="243590"/>
                </a:lnTo>
                <a:cubicBezTo>
                  <a:pt x="5452" y="243590"/>
                  <a:pt x="0" y="238137"/>
                  <a:pt x="0" y="231410"/>
                </a:cubicBezTo>
                <a:lnTo>
                  <a:pt x="0" y="44658"/>
                </a:lnTo>
                <a:cubicBezTo>
                  <a:pt x="0" y="37931"/>
                  <a:pt x="5452" y="32478"/>
                  <a:pt x="12179" y="32478"/>
                </a:cubicBezTo>
                <a:lnTo>
                  <a:pt x="182692" y="32478"/>
                </a:lnTo>
                <a:cubicBezTo>
                  <a:pt x="189419" y="32478"/>
                  <a:pt x="194872" y="37931"/>
                  <a:pt x="194872" y="44658"/>
                </a:cubicBezTo>
                <a:close/>
                <a:moveTo>
                  <a:pt x="48718" y="56837"/>
                </a:moveTo>
                <a:lnTo>
                  <a:pt x="48718" y="0"/>
                </a:lnTo>
                <a:moveTo>
                  <a:pt x="97436" y="0"/>
                </a:moveTo>
                <a:lnTo>
                  <a:pt x="97436" y="56837"/>
                </a:lnTo>
                <a:moveTo>
                  <a:pt x="146154" y="0"/>
                </a:moveTo>
                <a:lnTo>
                  <a:pt x="146154" y="56837"/>
                </a:lnTo>
                <a:moveTo>
                  <a:pt x="243638" y="56837"/>
                </a:moveTo>
                <a:lnTo>
                  <a:pt x="276117" y="56837"/>
                </a:lnTo>
                <a:cubicBezTo>
                  <a:pt x="294055" y="56837"/>
                  <a:pt x="308596" y="71378"/>
                  <a:pt x="308596" y="89316"/>
                </a:cubicBezTo>
                <a:lnTo>
                  <a:pt x="308596" y="162393"/>
                </a:lnTo>
                <a:moveTo>
                  <a:pt x="267949" y="121795"/>
                </a:moveTo>
                <a:lnTo>
                  <a:pt x="308547" y="162393"/>
                </a:lnTo>
                <a:lnTo>
                  <a:pt x="349145" y="121795"/>
                </a:lnTo>
                <a:moveTo>
                  <a:pt x="256013" y="229202"/>
                </a:moveTo>
                <a:cubicBezTo>
                  <a:pt x="281296" y="255286"/>
                  <a:pt x="320045" y="263081"/>
                  <a:pt x="353449" y="248802"/>
                </a:cubicBezTo>
                <a:moveTo>
                  <a:pt x="248575" y="255834"/>
                </a:moveTo>
                <a:cubicBezTo>
                  <a:pt x="248575" y="226686"/>
                  <a:pt x="272205" y="203056"/>
                  <a:pt x="301353" y="203056"/>
                </a:cubicBezTo>
                <a:cubicBezTo>
                  <a:pt x="330501" y="203056"/>
                  <a:pt x="354131" y="226686"/>
                  <a:pt x="354131" y="255834"/>
                </a:cubicBezTo>
                <a:cubicBezTo>
                  <a:pt x="354131" y="284983"/>
                  <a:pt x="330501" y="308612"/>
                  <a:pt x="301353" y="308612"/>
                </a:cubicBezTo>
                <a:cubicBezTo>
                  <a:pt x="272205" y="308612"/>
                  <a:pt x="248575" y="284983"/>
                  <a:pt x="248575" y="255834"/>
                </a:cubicBezTo>
                <a:moveTo>
                  <a:pt x="227399" y="373504"/>
                </a:moveTo>
                <a:cubicBezTo>
                  <a:pt x="243481" y="348776"/>
                  <a:pt x="270978" y="333859"/>
                  <a:pt x="300476" y="333859"/>
                </a:cubicBezTo>
                <a:cubicBezTo>
                  <a:pt x="329974" y="333859"/>
                  <a:pt x="357471" y="348776"/>
                  <a:pt x="373553" y="373504"/>
                </a:cubicBezTo>
                <a:moveTo>
                  <a:pt x="113675" y="97436"/>
                </a:moveTo>
                <a:lnTo>
                  <a:pt x="48718" y="97436"/>
                </a:lnTo>
                <a:moveTo>
                  <a:pt x="48718" y="146154"/>
                </a:moveTo>
                <a:lnTo>
                  <a:pt x="129914" y="146154"/>
                </a:lnTo>
                <a:moveTo>
                  <a:pt x="48718" y="194872"/>
                </a:moveTo>
                <a:lnTo>
                  <a:pt x="146154" y="194872"/>
                </a:ln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Rounded Rectangle 28"/>
          <p:cNvSpPr/>
          <p:nvPr/>
        </p:nvSpPr>
        <p:spPr>
          <a:xfrm>
            <a:off x="3068764" y="4557634"/>
            <a:ext cx="373504" cy="373504"/>
          </a:xfrm>
          <a:custGeom>
            <a:avLst/>
            <a:gdLst/>
            <a:ahLst/>
            <a:cxnLst/>
            <a:rect l="0" t="0" r="0" b="0"/>
            <a:pathLst>
              <a:path w="373504" h="373504">
                <a:moveTo>
                  <a:pt x="315400" y="315416"/>
                </a:moveTo>
                <a:lnTo>
                  <a:pt x="373504" y="373504"/>
                </a:lnTo>
                <a:moveTo>
                  <a:pt x="267949" y="186752"/>
                </a:moveTo>
                <a:cubicBezTo>
                  <a:pt x="308308" y="186752"/>
                  <a:pt x="341026" y="219470"/>
                  <a:pt x="341026" y="259829"/>
                </a:cubicBezTo>
                <a:cubicBezTo>
                  <a:pt x="341026" y="300188"/>
                  <a:pt x="308308" y="332906"/>
                  <a:pt x="267949" y="332906"/>
                </a:cubicBezTo>
                <a:cubicBezTo>
                  <a:pt x="227589" y="332906"/>
                  <a:pt x="194872" y="300188"/>
                  <a:pt x="194872" y="259829"/>
                </a:cubicBezTo>
                <a:cubicBezTo>
                  <a:pt x="194872" y="219470"/>
                  <a:pt x="227589" y="186752"/>
                  <a:pt x="267949" y="186752"/>
                </a:cubicBezTo>
                <a:close/>
                <a:moveTo>
                  <a:pt x="146235" y="274444"/>
                </a:moveTo>
                <a:cubicBezTo>
                  <a:pt x="133186" y="272975"/>
                  <a:pt x="120309" y="270256"/>
                  <a:pt x="107780" y="266325"/>
                </a:cubicBezTo>
                <a:lnTo>
                  <a:pt x="16239" y="308547"/>
                </a:lnTo>
                <a:lnTo>
                  <a:pt x="49010" y="234820"/>
                </a:lnTo>
                <a:cubicBezTo>
                  <a:pt x="18882" y="211626"/>
                  <a:pt x="865" y="176046"/>
                  <a:pt x="0" y="138034"/>
                </a:cubicBezTo>
                <a:cubicBezTo>
                  <a:pt x="0" y="61823"/>
                  <a:pt x="76324" y="0"/>
                  <a:pt x="170513" y="0"/>
                </a:cubicBezTo>
                <a:cubicBezTo>
                  <a:pt x="264701" y="0"/>
                  <a:pt x="341026" y="61823"/>
                  <a:pt x="341026" y="138034"/>
                </a:cubicBezTo>
                <a:cubicBezTo>
                  <a:pt x="340969" y="146110"/>
                  <a:pt x="340049" y="154156"/>
                  <a:pt x="338281" y="162036"/>
                </a:cubicBez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Rounded Rectangle 29"/>
          <p:cNvSpPr/>
          <p:nvPr/>
        </p:nvSpPr>
        <p:spPr>
          <a:xfrm>
            <a:off x="5309794" y="4557634"/>
            <a:ext cx="373504" cy="377656"/>
          </a:xfrm>
          <a:custGeom>
            <a:avLst/>
            <a:gdLst/>
            <a:ahLst/>
            <a:cxnLst/>
            <a:rect l="0" t="0" r="0" b="0"/>
            <a:pathLst>
              <a:path w="373504" h="377656">
                <a:moveTo>
                  <a:pt x="0" y="64957"/>
                </a:moveTo>
                <a:cubicBezTo>
                  <a:pt x="0" y="29082"/>
                  <a:pt x="69070" y="0"/>
                  <a:pt x="154273" y="0"/>
                </a:cubicBezTo>
                <a:cubicBezTo>
                  <a:pt x="239476" y="0"/>
                  <a:pt x="308547" y="29082"/>
                  <a:pt x="308547" y="64957"/>
                </a:cubicBezTo>
                <a:cubicBezTo>
                  <a:pt x="308547" y="100832"/>
                  <a:pt x="239476" y="129914"/>
                  <a:pt x="154273" y="129914"/>
                </a:cubicBezTo>
                <a:cubicBezTo>
                  <a:pt x="69070" y="129914"/>
                  <a:pt x="0" y="100832"/>
                  <a:pt x="0" y="64957"/>
                </a:cubicBezTo>
                <a:moveTo>
                  <a:pt x="154273" y="194872"/>
                </a:moveTo>
                <a:cubicBezTo>
                  <a:pt x="69017" y="194872"/>
                  <a:pt x="0" y="165803"/>
                  <a:pt x="0" y="129914"/>
                </a:cubicBezTo>
                <a:moveTo>
                  <a:pt x="0" y="202991"/>
                </a:moveTo>
                <a:cubicBezTo>
                  <a:pt x="0" y="236607"/>
                  <a:pt x="60410" y="264214"/>
                  <a:pt x="138034" y="267949"/>
                </a:cubicBezTo>
                <a:moveTo>
                  <a:pt x="121795" y="339564"/>
                </a:moveTo>
                <a:cubicBezTo>
                  <a:pt x="52128" y="332906"/>
                  <a:pt x="0" y="307248"/>
                  <a:pt x="0" y="276068"/>
                </a:cubicBezTo>
                <a:lnTo>
                  <a:pt x="0" y="64957"/>
                </a:lnTo>
                <a:moveTo>
                  <a:pt x="308547" y="146154"/>
                </a:moveTo>
                <a:lnTo>
                  <a:pt x="308547" y="64957"/>
                </a:lnTo>
                <a:moveTo>
                  <a:pt x="301889" y="237743"/>
                </a:moveTo>
                <a:lnTo>
                  <a:pt x="351257" y="259829"/>
                </a:lnTo>
                <a:lnTo>
                  <a:pt x="373504" y="209974"/>
                </a:lnTo>
                <a:moveTo>
                  <a:pt x="175709" y="239692"/>
                </a:moveTo>
                <a:cubicBezTo>
                  <a:pt x="189488" y="199507"/>
                  <a:pt x="229375" y="174325"/>
                  <a:pt x="271581" y="179166"/>
                </a:cubicBezTo>
                <a:cubicBezTo>
                  <a:pt x="313786" y="184007"/>
                  <a:pt x="346935" y="217567"/>
                  <a:pt x="351257" y="259829"/>
                </a:cubicBezTo>
                <a:moveTo>
                  <a:pt x="225402" y="314393"/>
                </a:moveTo>
                <a:lnTo>
                  <a:pt x="176034" y="292308"/>
                </a:lnTo>
                <a:lnTo>
                  <a:pt x="153786" y="342162"/>
                </a:lnTo>
                <a:moveTo>
                  <a:pt x="351581" y="312282"/>
                </a:moveTo>
                <a:cubicBezTo>
                  <a:pt x="337826" y="352459"/>
                  <a:pt x="297973" y="377656"/>
                  <a:pt x="255779" y="372855"/>
                </a:cubicBezTo>
                <a:cubicBezTo>
                  <a:pt x="213585" y="368054"/>
                  <a:pt x="180412" y="334547"/>
                  <a:pt x="176034" y="292308"/>
                </a:cubicBezTo>
              </a:path>
            </a:pathLst>
          </a:custGeom>
          <a:noFill/>
          <a:ln w="1217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907239" y="2030249"/>
            <a:ext cx="1713837" cy="1550016"/>
            <a:chOff x="1987581" y="1523519"/>
            <a:chExt cx="1713837" cy="1550016"/>
          </a:xfrm>
        </p:grpSpPr>
        <p:sp>
          <p:nvSpPr>
            <p:cNvPr id="2" name="Rounded Rectangle 1"/>
            <p:cNvSpPr/>
            <p:nvPr/>
          </p:nvSpPr>
          <p:spPr>
            <a:xfrm>
              <a:off x="1987581" y="1523519"/>
              <a:ext cx="1713837" cy="1550016"/>
            </a:xfrm>
            <a:custGeom>
              <a:avLst/>
              <a:gdLst/>
              <a:ahLst/>
              <a:cxnLst/>
              <a:rect l="0" t="0" r="0" b="0"/>
              <a:pathLst>
                <a:path w="1713837" h="1550016">
                  <a:moveTo>
                    <a:pt x="488933" y="1200846"/>
                  </a:moveTo>
                  <a:lnTo>
                    <a:pt x="0" y="1550016"/>
                  </a:lnTo>
                  <a:cubicBezTo>
                    <a:pt x="10729" y="1435354"/>
                    <a:pt x="34201" y="1320090"/>
                    <a:pt x="71315" y="1205989"/>
                  </a:cubicBezTo>
                  <a:cubicBezTo>
                    <a:pt x="234460" y="704428"/>
                    <a:pt x="623981" y="339774"/>
                    <a:pt x="1089940" y="188366"/>
                  </a:cubicBezTo>
                  <a:lnTo>
                    <a:pt x="1028903" y="0"/>
                  </a:lnTo>
                  <a:lnTo>
                    <a:pt x="1713837" y="506975"/>
                  </a:lnTo>
                  <a:lnTo>
                    <a:pt x="1395334" y="1130835"/>
                  </a:lnTo>
                  <a:lnTo>
                    <a:pt x="1334239" y="942308"/>
                  </a:lnTo>
                  <a:cubicBezTo>
                    <a:pt x="1101266" y="1018014"/>
                    <a:pt x="906506" y="1200343"/>
                    <a:pt x="824930" y="1451121"/>
                  </a:cubicBezTo>
                  <a:cubicBezTo>
                    <a:pt x="817675" y="1473426"/>
                    <a:pt x="811463" y="1495814"/>
                    <a:pt x="806266" y="1518243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987581" y="1523519"/>
              <a:ext cx="1713834" cy="1550014"/>
            </a:xfrm>
            <a:custGeom>
              <a:avLst/>
              <a:gdLst/>
              <a:ahLst/>
              <a:cxnLst/>
              <a:rect l="0" t="0" r="0" b="0"/>
              <a:pathLst>
                <a:path w="1713834" h="1550014">
                  <a:moveTo>
                    <a:pt x="488933" y="1200848"/>
                  </a:moveTo>
                  <a:lnTo>
                    <a:pt x="0" y="1550014"/>
                  </a:lnTo>
                  <a:cubicBezTo>
                    <a:pt x="10729" y="1435352"/>
                    <a:pt x="34201" y="1320089"/>
                    <a:pt x="71315" y="1205988"/>
                  </a:cubicBezTo>
                  <a:cubicBezTo>
                    <a:pt x="234460" y="704428"/>
                    <a:pt x="623982" y="339774"/>
                    <a:pt x="1089940" y="188366"/>
                  </a:cubicBezTo>
                  <a:lnTo>
                    <a:pt x="1028904" y="0"/>
                  </a:lnTo>
                  <a:lnTo>
                    <a:pt x="1713834" y="506975"/>
                  </a:lnTo>
                  <a:lnTo>
                    <a:pt x="1395331" y="1130834"/>
                  </a:lnTo>
                  <a:lnTo>
                    <a:pt x="1334243" y="942309"/>
                  </a:lnTo>
                  <a:cubicBezTo>
                    <a:pt x="1101263" y="1018014"/>
                    <a:pt x="906503" y="1200339"/>
                    <a:pt x="824930" y="1451120"/>
                  </a:cubicBezTo>
                  <a:cubicBezTo>
                    <a:pt x="817675" y="1473423"/>
                    <a:pt x="811463" y="1495815"/>
                    <a:pt x="806266" y="1518243"/>
                  </a:cubicBezTo>
                  <a:close/>
                </a:path>
              </a:pathLst>
            </a:custGeom>
            <a:noFill/>
            <a:ln w="1238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702738" y="3231085"/>
            <a:ext cx="1374847" cy="1951056"/>
            <a:chOff x="1783080" y="2724355"/>
            <a:chExt cx="1374847" cy="1951056"/>
          </a:xfrm>
        </p:grpSpPr>
        <p:sp>
          <p:nvSpPr>
            <p:cNvPr id="5" name="Rounded Rectangle 4"/>
            <p:cNvSpPr/>
            <p:nvPr/>
          </p:nvSpPr>
          <p:spPr>
            <a:xfrm>
              <a:off x="1783080" y="2724355"/>
              <a:ext cx="1374845" cy="1951052"/>
            </a:xfrm>
            <a:custGeom>
              <a:avLst/>
              <a:gdLst/>
              <a:ahLst/>
              <a:cxnLst/>
              <a:rect l="0" t="0" r="0" b="0"/>
              <a:pathLst>
                <a:path w="1374845" h="1951052">
                  <a:moveTo>
                    <a:pt x="197690" y="495251"/>
                  </a:moveTo>
                  <a:lnTo>
                    <a:pt x="0" y="495232"/>
                  </a:lnTo>
                  <a:lnTo>
                    <a:pt x="693467" y="0"/>
                  </a:lnTo>
                  <a:lnTo>
                    <a:pt x="1188720" y="495347"/>
                  </a:lnTo>
                  <a:lnTo>
                    <a:pt x="990385" y="495328"/>
                  </a:lnTo>
                  <a:cubicBezTo>
                    <a:pt x="990302" y="771305"/>
                    <a:pt x="1135533" y="1031354"/>
                    <a:pt x="1374845" y="1174851"/>
                  </a:cubicBezTo>
                  <a:lnTo>
                    <a:pt x="975014" y="1378419"/>
                  </a:lnTo>
                  <a:lnTo>
                    <a:pt x="1155774" y="1951052"/>
                  </a:lnTo>
                  <a:cubicBezTo>
                    <a:pt x="565586" y="1697533"/>
                    <a:pt x="197505" y="1116571"/>
                    <a:pt x="197690" y="495251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83080" y="2724355"/>
              <a:ext cx="1374847" cy="1951056"/>
            </a:xfrm>
            <a:custGeom>
              <a:avLst/>
              <a:gdLst/>
              <a:ahLst/>
              <a:cxnLst/>
              <a:rect l="0" t="0" r="0" b="0"/>
              <a:pathLst>
                <a:path w="1374847" h="1951056">
                  <a:moveTo>
                    <a:pt x="197690" y="495251"/>
                  </a:moveTo>
                  <a:lnTo>
                    <a:pt x="0" y="495232"/>
                  </a:lnTo>
                  <a:lnTo>
                    <a:pt x="693467" y="0"/>
                  </a:lnTo>
                  <a:lnTo>
                    <a:pt x="1188720" y="495347"/>
                  </a:lnTo>
                  <a:lnTo>
                    <a:pt x="990384" y="495328"/>
                  </a:lnTo>
                  <a:cubicBezTo>
                    <a:pt x="990302" y="771305"/>
                    <a:pt x="1135534" y="1031358"/>
                    <a:pt x="1374847" y="1174853"/>
                  </a:cubicBezTo>
                  <a:lnTo>
                    <a:pt x="975012" y="1378416"/>
                  </a:lnTo>
                  <a:lnTo>
                    <a:pt x="1155776" y="1951056"/>
                  </a:lnTo>
                  <a:cubicBezTo>
                    <a:pt x="565586" y="1697532"/>
                    <a:pt x="197505" y="1116570"/>
                    <a:pt x="197690" y="495251"/>
                  </a:cubicBezTo>
                  <a:close/>
                </a:path>
              </a:pathLst>
            </a:custGeom>
            <a:noFill/>
            <a:ln w="1238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77727" y="4291711"/>
            <a:ext cx="1999774" cy="1144052"/>
            <a:chOff x="2758069" y="3784981"/>
            <a:chExt cx="1999774" cy="1144052"/>
          </a:xfrm>
        </p:grpSpPr>
        <p:sp>
          <p:nvSpPr>
            <p:cNvPr id="8" name="Rounded Rectangle 7"/>
            <p:cNvSpPr/>
            <p:nvPr/>
          </p:nvSpPr>
          <p:spPr>
            <a:xfrm>
              <a:off x="2758069" y="3784981"/>
              <a:ext cx="1999773" cy="1144052"/>
            </a:xfrm>
            <a:custGeom>
              <a:avLst/>
              <a:gdLst/>
              <a:ahLst/>
              <a:cxnLst/>
              <a:rect l="0" t="0" r="0" b="0"/>
              <a:pathLst>
                <a:path w="1999773" h="1144052">
                  <a:moveTo>
                    <a:pt x="1999773" y="480357"/>
                  </a:moveTo>
                  <a:cubicBezTo>
                    <a:pt x="1594486" y="941845"/>
                    <a:pt x="938915" y="1144052"/>
                    <a:pt x="317800" y="942019"/>
                  </a:cubicBezTo>
                  <a:lnTo>
                    <a:pt x="256518" y="1130423"/>
                  </a:lnTo>
                  <a:lnTo>
                    <a:pt x="0" y="317800"/>
                  </a:lnTo>
                  <a:lnTo>
                    <a:pt x="624216" y="0"/>
                  </a:lnTo>
                  <a:lnTo>
                    <a:pt x="562933" y="188403"/>
                  </a:lnTo>
                  <a:cubicBezTo>
                    <a:pt x="837444" y="277696"/>
                    <a:pt x="1125420" y="209062"/>
                    <a:pt x="1328526" y="32562"/>
                  </a:cubicBezTo>
                  <a:lnTo>
                    <a:pt x="1398900" y="475745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758069" y="3784981"/>
              <a:ext cx="1999774" cy="1144052"/>
            </a:xfrm>
            <a:custGeom>
              <a:avLst/>
              <a:gdLst/>
              <a:ahLst/>
              <a:cxnLst/>
              <a:rect l="0" t="0" r="0" b="0"/>
              <a:pathLst>
                <a:path w="1999774" h="1144052">
                  <a:moveTo>
                    <a:pt x="1999774" y="480357"/>
                  </a:moveTo>
                  <a:cubicBezTo>
                    <a:pt x="1594489" y="941841"/>
                    <a:pt x="938917" y="1144052"/>
                    <a:pt x="317800" y="942018"/>
                  </a:cubicBezTo>
                  <a:lnTo>
                    <a:pt x="256518" y="1130421"/>
                  </a:lnTo>
                  <a:lnTo>
                    <a:pt x="0" y="317800"/>
                  </a:lnTo>
                  <a:lnTo>
                    <a:pt x="624216" y="0"/>
                  </a:lnTo>
                  <a:lnTo>
                    <a:pt x="562933" y="188403"/>
                  </a:lnTo>
                  <a:cubicBezTo>
                    <a:pt x="837447" y="277696"/>
                    <a:pt x="1125422" y="209062"/>
                    <a:pt x="1328528" y="32562"/>
                  </a:cubicBezTo>
                  <a:lnTo>
                    <a:pt x="1398899" y="475745"/>
                  </a:lnTo>
                  <a:close/>
                </a:path>
              </a:pathLst>
            </a:custGeom>
            <a:noFill/>
            <a:ln w="1238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66803" y="2917000"/>
            <a:ext cx="1173109" cy="1857003"/>
            <a:chOff x="4047145" y="2410270"/>
            <a:chExt cx="1173109" cy="1857003"/>
          </a:xfrm>
        </p:grpSpPr>
        <p:sp>
          <p:nvSpPr>
            <p:cNvPr id="11" name="Rounded Rectangle 10"/>
            <p:cNvSpPr/>
            <p:nvPr/>
          </p:nvSpPr>
          <p:spPr>
            <a:xfrm>
              <a:off x="4047145" y="2410270"/>
              <a:ext cx="1173109" cy="1857003"/>
            </a:xfrm>
            <a:custGeom>
              <a:avLst/>
              <a:gdLst/>
              <a:ahLst/>
              <a:cxnLst/>
              <a:rect l="0" t="0" r="0" b="0"/>
              <a:pathLst>
                <a:path w="1173109" h="1857003">
                  <a:moveTo>
                    <a:pt x="109848" y="1850465"/>
                  </a:moveTo>
                  <a:lnTo>
                    <a:pt x="0" y="1158671"/>
                  </a:lnTo>
                  <a:lnTo>
                    <a:pt x="160501" y="1275182"/>
                  </a:lnTo>
                  <a:cubicBezTo>
                    <a:pt x="208025" y="1209687"/>
                    <a:pt x="246246" y="1135747"/>
                    <a:pt x="272627" y="1054642"/>
                  </a:cubicBezTo>
                  <a:cubicBezTo>
                    <a:pt x="334251" y="865190"/>
                    <a:pt x="320658" y="669328"/>
                    <a:pt x="248302" y="499377"/>
                  </a:cubicBezTo>
                  <a:lnTo>
                    <a:pt x="691653" y="569515"/>
                  </a:lnTo>
                  <a:lnTo>
                    <a:pt x="881683" y="0"/>
                  </a:lnTo>
                  <a:cubicBezTo>
                    <a:pt x="1106359" y="378545"/>
                    <a:pt x="1173109" y="848259"/>
                    <a:pt x="1026245" y="1299774"/>
                  </a:cubicBezTo>
                  <a:cubicBezTo>
                    <a:pt x="973479" y="1461985"/>
                    <a:pt x="897037" y="1609873"/>
                    <a:pt x="801988" y="1740863"/>
                  </a:cubicBezTo>
                  <a:lnTo>
                    <a:pt x="961971" y="1857003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047145" y="2410270"/>
              <a:ext cx="1173107" cy="1857003"/>
            </a:xfrm>
            <a:custGeom>
              <a:avLst/>
              <a:gdLst/>
              <a:ahLst/>
              <a:cxnLst/>
              <a:rect l="0" t="0" r="0" b="0"/>
              <a:pathLst>
                <a:path w="1173107" h="1857003">
                  <a:moveTo>
                    <a:pt x="109848" y="1850463"/>
                  </a:moveTo>
                  <a:lnTo>
                    <a:pt x="0" y="1158670"/>
                  </a:lnTo>
                  <a:lnTo>
                    <a:pt x="160501" y="1275184"/>
                  </a:lnTo>
                  <a:cubicBezTo>
                    <a:pt x="208025" y="1209690"/>
                    <a:pt x="246246" y="1135744"/>
                    <a:pt x="272627" y="1054638"/>
                  </a:cubicBezTo>
                  <a:cubicBezTo>
                    <a:pt x="334251" y="865189"/>
                    <a:pt x="320658" y="669328"/>
                    <a:pt x="248302" y="499377"/>
                  </a:cubicBezTo>
                  <a:lnTo>
                    <a:pt x="691653" y="569515"/>
                  </a:lnTo>
                  <a:lnTo>
                    <a:pt x="881681" y="0"/>
                  </a:lnTo>
                  <a:cubicBezTo>
                    <a:pt x="1106358" y="378545"/>
                    <a:pt x="1173107" y="848262"/>
                    <a:pt x="1026242" y="1299771"/>
                  </a:cubicBezTo>
                  <a:cubicBezTo>
                    <a:pt x="973478" y="1461983"/>
                    <a:pt x="897036" y="1609876"/>
                    <a:pt x="801988" y="1740866"/>
                  </a:cubicBezTo>
                  <a:lnTo>
                    <a:pt x="961969" y="1857003"/>
                  </a:lnTo>
                  <a:close/>
                </a:path>
              </a:pathLst>
            </a:custGeom>
            <a:noFill/>
            <a:ln w="1238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138266" y="2119196"/>
            <a:ext cx="1789873" cy="1367306"/>
            <a:chOff x="3218608" y="1612466"/>
            <a:chExt cx="1789873" cy="1367306"/>
          </a:xfrm>
        </p:grpSpPr>
        <p:sp>
          <p:nvSpPr>
            <p:cNvPr id="14" name="Rounded Rectangle 13"/>
            <p:cNvSpPr/>
            <p:nvPr/>
          </p:nvSpPr>
          <p:spPr>
            <a:xfrm>
              <a:off x="3218608" y="1612466"/>
              <a:ext cx="1789873" cy="1367306"/>
            </a:xfrm>
            <a:custGeom>
              <a:avLst/>
              <a:gdLst/>
              <a:ahLst/>
              <a:cxnLst/>
              <a:rect l="0" t="0" r="0" b="0"/>
              <a:pathLst>
                <a:path w="1789873" h="1367306">
                  <a:moveTo>
                    <a:pt x="0" y="60649"/>
                  </a:moveTo>
                  <a:cubicBezTo>
                    <a:pt x="268735" y="0"/>
                    <a:pt x="556784" y="8663"/>
                    <a:pt x="837783" y="100065"/>
                  </a:cubicBezTo>
                  <a:cubicBezTo>
                    <a:pt x="1168627" y="207682"/>
                    <a:pt x="1439903" y="413799"/>
                    <a:pt x="1629702" y="675381"/>
                  </a:cubicBezTo>
                  <a:lnTo>
                    <a:pt x="1789873" y="558967"/>
                  </a:lnTo>
                  <a:lnTo>
                    <a:pt x="1520158" y="1367306"/>
                  </a:lnTo>
                  <a:lnTo>
                    <a:pt x="828298" y="1257853"/>
                  </a:lnTo>
                  <a:lnTo>
                    <a:pt x="988610" y="1141333"/>
                  </a:lnTo>
                  <a:cubicBezTo>
                    <a:pt x="893711" y="1010549"/>
                    <a:pt x="758073" y="907486"/>
                    <a:pt x="592650" y="853680"/>
                  </a:cubicBezTo>
                  <a:cubicBezTo>
                    <a:pt x="488180" y="819698"/>
                    <a:pt x="381759" y="808589"/>
                    <a:pt x="278809" y="817593"/>
                  </a:cubicBezTo>
                  <a:lnTo>
                    <a:pt x="482807" y="418016"/>
                  </a:ln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218608" y="1612466"/>
              <a:ext cx="1789871" cy="1367303"/>
            </a:xfrm>
            <a:custGeom>
              <a:avLst/>
              <a:gdLst/>
              <a:ahLst/>
              <a:cxnLst/>
              <a:rect l="0" t="0" r="0" b="0"/>
              <a:pathLst>
                <a:path w="1789871" h="1367303">
                  <a:moveTo>
                    <a:pt x="0" y="60649"/>
                  </a:moveTo>
                  <a:cubicBezTo>
                    <a:pt x="268735" y="0"/>
                    <a:pt x="556784" y="8664"/>
                    <a:pt x="837782" y="100065"/>
                  </a:cubicBezTo>
                  <a:cubicBezTo>
                    <a:pt x="1168630" y="207682"/>
                    <a:pt x="1439906" y="413799"/>
                    <a:pt x="1629701" y="675381"/>
                  </a:cubicBezTo>
                  <a:lnTo>
                    <a:pt x="1789871" y="558967"/>
                  </a:lnTo>
                  <a:lnTo>
                    <a:pt x="1520158" y="1367303"/>
                  </a:lnTo>
                  <a:lnTo>
                    <a:pt x="828301" y="1257851"/>
                  </a:lnTo>
                  <a:lnTo>
                    <a:pt x="988609" y="1141337"/>
                  </a:lnTo>
                  <a:cubicBezTo>
                    <a:pt x="893711" y="1010546"/>
                    <a:pt x="758073" y="907488"/>
                    <a:pt x="592650" y="853680"/>
                  </a:cubicBezTo>
                  <a:cubicBezTo>
                    <a:pt x="488180" y="819698"/>
                    <a:pt x="381759" y="808589"/>
                    <a:pt x="278809" y="817593"/>
                  </a:cubicBezTo>
                  <a:lnTo>
                    <a:pt x="482807" y="418016"/>
                  </a:lnTo>
                  <a:close/>
                </a:path>
              </a:pathLst>
            </a:custGeom>
            <a:noFill/>
            <a:ln w="12382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14115" y="554696"/>
            <a:ext cx="3924151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MCP Server Action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48" y="2117701"/>
            <a:ext cx="108549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1EABDA"/>
                </a:solidFill>
              </a:rPr>
              <a:t>Define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9543" y="2411255"/>
            <a:ext cx="1329338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32444A"/>
                </a:solidFill>
              </a:rPr>
              <a:t>Establish standard
actions for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29" y="2268517"/>
            <a:ext cx="108478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DE8431"/>
                </a:solidFill>
              </a:rPr>
              <a:t>Extend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0393" y="2660846"/>
            <a:ext cx="1361528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4C4034"/>
                </a:solidFill>
              </a:rPr>
              <a:t>Add new tools and
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297" y="3378777"/>
            <a:ext cx="1088889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3CC583"/>
                </a:solidFill>
              </a:rPr>
              <a:t>Invoke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095" y="3736121"/>
            <a:ext cx="1136786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374840"/>
                </a:solidFill>
              </a:rPr>
              <a:t>Trigger actions
through chat or
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2538" y="4012073"/>
            <a:ext cx="1081964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0CB15"/>
                </a:solidFill>
              </a:rPr>
              <a:t>Return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547" y="4562911"/>
            <a:ext cx="1158972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46432D"/>
                </a:solidFill>
              </a:rPr>
              <a:t>Provide output
based on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7117" y="5371483"/>
            <a:ext cx="761587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dirty="0">
                <a:solidFill>
                  <a:srgbClr val="92BD39"/>
                </a:solidFill>
              </a:rPr>
              <a:t>Execute
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6118" y="5838444"/>
            <a:ext cx="147540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solidFill>
                  <a:srgbClr val="424736"/>
                </a:solidFill>
              </a:rPr>
              <a:t>Perform the defined
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48407" y="2139398"/>
            <a:ext cx="379730" cy="214083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33020" y="0"/>
                </a:moveTo>
                <a:lnTo>
                  <a:pt x="346710" y="0"/>
                </a:lnTo>
                <a:cubicBezTo>
                  <a:pt x="346710" y="0"/>
                  <a:pt x="379730" y="0"/>
                  <a:pt x="379730" y="33020"/>
                </a:cubicBezTo>
                <a:lnTo>
                  <a:pt x="379730" y="346710"/>
                </a:lnTo>
                <a:cubicBezTo>
                  <a:pt x="379730" y="346710"/>
                  <a:pt x="379730" y="379730"/>
                  <a:pt x="346710" y="379730"/>
                </a:cubicBezTo>
                <a:lnTo>
                  <a:pt x="33020" y="379730"/>
                </a:lnTo>
                <a:cubicBezTo>
                  <a:pt x="33020" y="379730"/>
                  <a:pt x="0" y="379730"/>
                  <a:pt x="0" y="346710"/>
                </a:cubicBezTo>
                <a:lnTo>
                  <a:pt x="0" y="33020"/>
                </a:lnTo>
                <a:cubicBezTo>
                  <a:pt x="0" y="33020"/>
                  <a:pt x="0" y="0"/>
                  <a:pt x="33020" y="0"/>
                </a:cubicBezTo>
                <a:moveTo>
                  <a:pt x="57718" y="123825"/>
                </a:moveTo>
                <a:lnTo>
                  <a:pt x="0" y="123825"/>
                </a:lnTo>
                <a:moveTo>
                  <a:pt x="82550" y="280670"/>
                </a:moveTo>
                <a:lnTo>
                  <a:pt x="0" y="280670"/>
                </a:lnTo>
                <a:moveTo>
                  <a:pt x="255905" y="74295"/>
                </a:moveTo>
                <a:lnTo>
                  <a:pt x="255905" y="0"/>
                </a:lnTo>
                <a:moveTo>
                  <a:pt x="272415" y="247650"/>
                </a:moveTo>
                <a:lnTo>
                  <a:pt x="272415" y="173355"/>
                </a:lnTo>
                <a:moveTo>
                  <a:pt x="123825" y="0"/>
                </a:moveTo>
                <a:lnTo>
                  <a:pt x="123825" y="74295"/>
                </a:lnTo>
                <a:moveTo>
                  <a:pt x="82550" y="280670"/>
                </a:moveTo>
                <a:cubicBezTo>
                  <a:pt x="82550" y="303465"/>
                  <a:pt x="101029" y="321945"/>
                  <a:pt x="123825" y="321945"/>
                </a:cubicBezTo>
                <a:cubicBezTo>
                  <a:pt x="146620" y="321945"/>
                  <a:pt x="165100" y="303465"/>
                  <a:pt x="165100" y="280670"/>
                </a:cubicBezTo>
                <a:cubicBezTo>
                  <a:pt x="165100" y="257874"/>
                  <a:pt x="146620" y="239395"/>
                  <a:pt x="123825" y="239395"/>
                </a:cubicBezTo>
                <a:cubicBezTo>
                  <a:pt x="101029" y="239395"/>
                  <a:pt x="82550" y="257874"/>
                  <a:pt x="82550" y="280670"/>
                </a:cubicBezTo>
                <a:moveTo>
                  <a:pt x="288925" y="74295"/>
                </a:moveTo>
                <a:lnTo>
                  <a:pt x="123825" y="74295"/>
                </a:lnTo>
                <a:lnTo>
                  <a:pt x="57718" y="123825"/>
                </a:lnTo>
                <a:lnTo>
                  <a:pt x="123825" y="173355"/>
                </a:lnTo>
                <a:lnTo>
                  <a:pt x="288925" y="173355"/>
                </a:lnTo>
                <a:close/>
                <a:moveTo>
                  <a:pt x="235267" y="313690"/>
                </a:moveTo>
                <a:lnTo>
                  <a:pt x="301307" y="313690"/>
                </a:lnTo>
                <a:lnTo>
                  <a:pt x="301307" y="247650"/>
                </a:lnTo>
                <a:lnTo>
                  <a:pt x="235267" y="247650"/>
                </a:lnTo>
                <a:close/>
                <a:moveTo>
                  <a:pt x="235267" y="280670"/>
                </a:moveTo>
                <a:lnTo>
                  <a:pt x="165100" y="280670"/>
                </a:lnTo>
                <a:moveTo>
                  <a:pt x="379730" y="280670"/>
                </a:moveTo>
                <a:lnTo>
                  <a:pt x="301307" y="280670"/>
                </a:lnTo>
                <a:moveTo>
                  <a:pt x="272415" y="379730"/>
                </a:moveTo>
                <a:lnTo>
                  <a:pt x="272415" y="313690"/>
                </a:lnTo>
                <a:moveTo>
                  <a:pt x="123825" y="173355"/>
                </a:moveTo>
                <a:lnTo>
                  <a:pt x="123825" y="239395"/>
                </a:lnTo>
                <a:moveTo>
                  <a:pt x="123825" y="321945"/>
                </a:moveTo>
                <a:lnTo>
                  <a:pt x="123825" y="379730"/>
                </a:lnTo>
                <a:moveTo>
                  <a:pt x="379730" y="123825"/>
                </a:moveTo>
                <a:lnTo>
                  <a:pt x="288925" y="123825"/>
                </a:lnTo>
              </a:path>
            </a:pathLst>
          </a:custGeom>
          <a:noFill/>
          <a:ln w="12382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9" name="Rounded Rectangle 28"/>
          <p:cNvSpPr/>
          <p:nvPr/>
        </p:nvSpPr>
        <p:spPr>
          <a:xfrm>
            <a:off x="2861654" y="2119665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90805" y="165100"/>
                </a:moveTo>
                <a:lnTo>
                  <a:pt x="57785" y="165100"/>
                </a:lnTo>
                <a:lnTo>
                  <a:pt x="57785" y="8255"/>
                </a:lnTo>
                <a:cubicBezTo>
                  <a:pt x="57785" y="3695"/>
                  <a:pt x="61480" y="0"/>
                  <a:pt x="66040" y="0"/>
                </a:cubicBezTo>
                <a:lnTo>
                  <a:pt x="231140" y="0"/>
                </a:lnTo>
                <a:cubicBezTo>
                  <a:pt x="235699" y="0"/>
                  <a:pt x="239395" y="3695"/>
                  <a:pt x="239395" y="8255"/>
                </a:cubicBezTo>
                <a:lnTo>
                  <a:pt x="239395" y="165100"/>
                </a:lnTo>
                <a:lnTo>
                  <a:pt x="148590" y="165100"/>
                </a:lnTo>
                <a:moveTo>
                  <a:pt x="189865" y="165100"/>
                </a:moveTo>
                <a:lnTo>
                  <a:pt x="189865" y="214630"/>
                </a:lnTo>
                <a:lnTo>
                  <a:pt x="189865" y="214630"/>
                </a:lnTo>
                <a:cubicBezTo>
                  <a:pt x="217219" y="214630"/>
                  <a:pt x="239395" y="236805"/>
                  <a:pt x="239395" y="264160"/>
                </a:cubicBezTo>
                <a:lnTo>
                  <a:pt x="239395" y="272415"/>
                </a:lnTo>
                <a:lnTo>
                  <a:pt x="189865" y="272415"/>
                </a:lnTo>
                <a:lnTo>
                  <a:pt x="189865" y="371475"/>
                </a:lnTo>
                <a:cubicBezTo>
                  <a:pt x="189865" y="376034"/>
                  <a:pt x="186169" y="379730"/>
                  <a:pt x="181610" y="379730"/>
                </a:cubicBezTo>
                <a:lnTo>
                  <a:pt x="8255" y="379730"/>
                </a:lnTo>
                <a:cubicBezTo>
                  <a:pt x="3695" y="379730"/>
                  <a:pt x="0" y="376034"/>
                  <a:pt x="0" y="371475"/>
                </a:cubicBezTo>
                <a:lnTo>
                  <a:pt x="0" y="173355"/>
                </a:lnTo>
                <a:cubicBezTo>
                  <a:pt x="0" y="168795"/>
                  <a:pt x="3695" y="165100"/>
                  <a:pt x="8255" y="165100"/>
                </a:cubicBezTo>
                <a:lnTo>
                  <a:pt x="57785" y="165100"/>
                </a:lnTo>
                <a:moveTo>
                  <a:pt x="239395" y="66040"/>
                </a:moveTo>
                <a:lnTo>
                  <a:pt x="371475" y="66040"/>
                </a:lnTo>
                <a:cubicBezTo>
                  <a:pt x="376034" y="66040"/>
                  <a:pt x="379730" y="69735"/>
                  <a:pt x="379730" y="74295"/>
                </a:cubicBezTo>
                <a:lnTo>
                  <a:pt x="379730" y="123825"/>
                </a:lnTo>
                <a:cubicBezTo>
                  <a:pt x="379730" y="128384"/>
                  <a:pt x="376034" y="132080"/>
                  <a:pt x="371475" y="132080"/>
                </a:cubicBezTo>
                <a:lnTo>
                  <a:pt x="321945" y="132080"/>
                </a:lnTo>
                <a:cubicBezTo>
                  <a:pt x="321945" y="163993"/>
                  <a:pt x="347816" y="189865"/>
                  <a:pt x="379730" y="189865"/>
                </a:cubicBezTo>
                <a:lnTo>
                  <a:pt x="379730" y="189865"/>
                </a:lnTo>
                <a:lnTo>
                  <a:pt x="379730" y="297180"/>
                </a:lnTo>
                <a:cubicBezTo>
                  <a:pt x="379730" y="301739"/>
                  <a:pt x="376034" y="305435"/>
                  <a:pt x="371475" y="305435"/>
                </a:cubicBezTo>
                <a:lnTo>
                  <a:pt x="189865" y="305435"/>
                </a:lnTo>
                <a:moveTo>
                  <a:pt x="0" y="280670"/>
                </a:moveTo>
                <a:lnTo>
                  <a:pt x="0" y="371475"/>
                </a:lnTo>
                <a:cubicBezTo>
                  <a:pt x="0" y="376034"/>
                  <a:pt x="3695" y="379730"/>
                  <a:pt x="8255" y="379730"/>
                </a:cubicBezTo>
                <a:lnTo>
                  <a:pt x="82550" y="379730"/>
                </a:lnTo>
                <a:lnTo>
                  <a:pt x="82550" y="379730"/>
                </a:lnTo>
                <a:lnTo>
                  <a:pt x="82550" y="280670"/>
                </a:lnTo>
                <a:lnTo>
                  <a:pt x="0" y="280670"/>
                </a:lnTo>
                <a:close/>
                <a:moveTo>
                  <a:pt x="0" y="313690"/>
                </a:moveTo>
                <a:lnTo>
                  <a:pt x="82550" y="313690"/>
                </a:lnTo>
                <a:moveTo>
                  <a:pt x="0" y="346710"/>
                </a:moveTo>
                <a:lnTo>
                  <a:pt x="82550" y="346710"/>
                </a:lnTo>
              </a:path>
            </a:pathLst>
          </a:custGeom>
          <a:noFill/>
          <a:ln w="12382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Rounded Rectangle 29"/>
          <p:cNvSpPr/>
          <p:nvPr/>
        </p:nvSpPr>
        <p:spPr>
          <a:xfrm>
            <a:off x="6117408" y="3288665"/>
            <a:ext cx="368229" cy="382645"/>
          </a:xfrm>
          <a:custGeom>
            <a:avLst/>
            <a:gdLst/>
            <a:ahLst/>
            <a:cxnLst/>
            <a:rect l="0" t="0" r="0" b="0"/>
            <a:pathLst>
              <a:path w="368229" h="382645">
                <a:moveTo>
                  <a:pt x="180634" y="58623"/>
                </a:moveTo>
                <a:lnTo>
                  <a:pt x="336605" y="58623"/>
                </a:lnTo>
                <a:cubicBezTo>
                  <a:pt x="354070" y="58623"/>
                  <a:pt x="368229" y="72782"/>
                  <a:pt x="368229" y="90247"/>
                </a:cubicBezTo>
                <a:lnTo>
                  <a:pt x="368229" y="286077"/>
                </a:lnTo>
                <a:cubicBezTo>
                  <a:pt x="368229" y="303542"/>
                  <a:pt x="354070" y="317701"/>
                  <a:pt x="336605" y="317701"/>
                </a:cubicBezTo>
                <a:lnTo>
                  <a:pt x="189557" y="317701"/>
                </a:lnTo>
                <a:lnTo>
                  <a:pt x="106032" y="375399"/>
                </a:lnTo>
                <a:cubicBezTo>
                  <a:pt x="95544" y="382645"/>
                  <a:pt x="81233" y="375136"/>
                  <a:pt x="81233" y="362389"/>
                </a:cubicBezTo>
                <a:lnTo>
                  <a:pt x="81233" y="317701"/>
                </a:lnTo>
                <a:lnTo>
                  <a:pt x="59646" y="317701"/>
                </a:lnTo>
                <a:cubicBezTo>
                  <a:pt x="42180" y="317701"/>
                  <a:pt x="28021" y="303542"/>
                  <a:pt x="28021" y="286077"/>
                </a:cubicBezTo>
                <a:lnTo>
                  <a:pt x="28021" y="90247"/>
                </a:lnTo>
                <a:cubicBezTo>
                  <a:pt x="28021" y="72782"/>
                  <a:pt x="42180" y="58623"/>
                  <a:pt x="59646" y="58623"/>
                </a:cubicBezTo>
                <a:lnTo>
                  <a:pt x="95081" y="58623"/>
                </a:lnTo>
                <a:moveTo>
                  <a:pt x="112457" y="179675"/>
                </a:moveTo>
                <a:cubicBezTo>
                  <a:pt x="108725" y="179675"/>
                  <a:pt x="104993" y="183407"/>
                  <a:pt x="104993" y="187139"/>
                </a:cubicBezTo>
                <a:cubicBezTo>
                  <a:pt x="104993" y="190872"/>
                  <a:pt x="108725" y="194603"/>
                  <a:pt x="112457" y="194603"/>
                </a:cubicBezTo>
                <a:moveTo>
                  <a:pt x="112446" y="194603"/>
                </a:moveTo>
                <a:cubicBezTo>
                  <a:pt x="116178" y="194603"/>
                  <a:pt x="119910" y="190872"/>
                  <a:pt x="119910" y="187139"/>
                </a:cubicBezTo>
                <a:cubicBezTo>
                  <a:pt x="119910" y="183407"/>
                  <a:pt x="116178" y="179675"/>
                  <a:pt x="112446" y="179675"/>
                </a:cubicBezTo>
                <a:moveTo>
                  <a:pt x="198167" y="179675"/>
                </a:moveTo>
                <a:cubicBezTo>
                  <a:pt x="194434" y="179675"/>
                  <a:pt x="190703" y="183407"/>
                  <a:pt x="190703" y="187139"/>
                </a:cubicBezTo>
                <a:cubicBezTo>
                  <a:pt x="190703" y="190872"/>
                  <a:pt x="194434" y="194603"/>
                  <a:pt x="198167" y="194603"/>
                </a:cubicBezTo>
                <a:moveTo>
                  <a:pt x="198156" y="194603"/>
                </a:moveTo>
                <a:cubicBezTo>
                  <a:pt x="201887" y="194603"/>
                  <a:pt x="205620" y="190872"/>
                  <a:pt x="205620" y="187139"/>
                </a:cubicBezTo>
                <a:cubicBezTo>
                  <a:pt x="205620" y="183407"/>
                  <a:pt x="201887" y="179675"/>
                  <a:pt x="198156" y="179675"/>
                </a:cubicBezTo>
                <a:moveTo>
                  <a:pt x="283780" y="179675"/>
                </a:moveTo>
                <a:cubicBezTo>
                  <a:pt x="280049" y="179675"/>
                  <a:pt x="276316" y="183407"/>
                  <a:pt x="276316" y="187139"/>
                </a:cubicBezTo>
                <a:cubicBezTo>
                  <a:pt x="276316" y="190872"/>
                  <a:pt x="280049" y="194603"/>
                  <a:pt x="283780" y="194603"/>
                </a:cubicBezTo>
                <a:moveTo>
                  <a:pt x="283768" y="194603"/>
                </a:moveTo>
                <a:cubicBezTo>
                  <a:pt x="287501" y="194603"/>
                  <a:pt x="291233" y="190872"/>
                  <a:pt x="291233" y="187139"/>
                </a:cubicBezTo>
                <a:cubicBezTo>
                  <a:pt x="291233" y="183407"/>
                  <a:pt x="287501" y="179675"/>
                  <a:pt x="283768" y="179675"/>
                </a:cubicBezTo>
                <a:moveTo>
                  <a:pt x="0" y="0"/>
                </a:moveTo>
                <a:moveTo>
                  <a:pt x="214727" y="99205"/>
                </a:moveTo>
                <a:lnTo>
                  <a:pt x="174137" y="58615"/>
                </a:lnTo>
                <a:lnTo>
                  <a:pt x="214727" y="18025"/>
                </a:lnTo>
              </a:path>
            </a:pathLst>
          </a:custGeom>
          <a:noFill/>
          <a:ln w="12382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Rounded Rectangle 30"/>
          <p:cNvSpPr/>
          <p:nvPr/>
        </p:nvSpPr>
        <p:spPr>
          <a:xfrm>
            <a:off x="2382944" y="3929930"/>
            <a:ext cx="379730" cy="379730"/>
          </a:xfrm>
          <a:custGeom>
            <a:avLst/>
            <a:gdLst/>
            <a:ahLst/>
            <a:cxnLst/>
            <a:rect l="0" t="0" r="0" b="0"/>
            <a:pathLst>
              <a:path w="379730" h="379730">
                <a:moveTo>
                  <a:pt x="222885" y="132080"/>
                </a:moveTo>
                <a:lnTo>
                  <a:pt x="66040" y="132080"/>
                </a:lnTo>
                <a:moveTo>
                  <a:pt x="165100" y="181610"/>
                </a:moveTo>
                <a:lnTo>
                  <a:pt x="66040" y="181610"/>
                </a:lnTo>
                <a:moveTo>
                  <a:pt x="181610" y="82550"/>
                </a:moveTo>
                <a:lnTo>
                  <a:pt x="66040" y="82550"/>
                </a:lnTo>
                <a:moveTo>
                  <a:pt x="132080" y="231140"/>
                </a:moveTo>
                <a:lnTo>
                  <a:pt x="66040" y="231140"/>
                </a:lnTo>
                <a:moveTo>
                  <a:pt x="132080" y="280670"/>
                </a:moveTo>
                <a:lnTo>
                  <a:pt x="66040" y="280670"/>
                </a:lnTo>
                <a:moveTo>
                  <a:pt x="165100" y="379730"/>
                </a:moveTo>
                <a:lnTo>
                  <a:pt x="16510" y="379730"/>
                </a:lnTo>
                <a:cubicBezTo>
                  <a:pt x="7391" y="379730"/>
                  <a:pt x="0" y="372338"/>
                  <a:pt x="0" y="363220"/>
                </a:cubicBezTo>
                <a:lnTo>
                  <a:pt x="0" y="16510"/>
                </a:lnTo>
                <a:cubicBezTo>
                  <a:pt x="0" y="7391"/>
                  <a:pt x="7391" y="0"/>
                  <a:pt x="16510" y="0"/>
                </a:cubicBezTo>
                <a:lnTo>
                  <a:pt x="235977" y="0"/>
                </a:lnTo>
                <a:cubicBezTo>
                  <a:pt x="240355" y="0"/>
                  <a:pt x="244554" y="1740"/>
                  <a:pt x="247650" y="4837"/>
                </a:cubicBezTo>
                <a:lnTo>
                  <a:pt x="308852" y="66040"/>
                </a:lnTo>
                <a:cubicBezTo>
                  <a:pt x="311949" y="69135"/>
                  <a:pt x="313689" y="73334"/>
                  <a:pt x="313690" y="77712"/>
                </a:cubicBezTo>
                <a:lnTo>
                  <a:pt x="313690" y="132080"/>
                </a:lnTo>
                <a:moveTo>
                  <a:pt x="280670" y="181610"/>
                </a:moveTo>
                <a:cubicBezTo>
                  <a:pt x="335379" y="181610"/>
                  <a:pt x="379730" y="225960"/>
                  <a:pt x="379730" y="280670"/>
                </a:cubicBezTo>
                <a:cubicBezTo>
                  <a:pt x="379730" y="335379"/>
                  <a:pt x="335379" y="379730"/>
                  <a:pt x="280670" y="379730"/>
                </a:cubicBezTo>
                <a:cubicBezTo>
                  <a:pt x="225960" y="379730"/>
                  <a:pt x="181610" y="335379"/>
                  <a:pt x="181610" y="280670"/>
                </a:cubicBezTo>
                <a:cubicBezTo>
                  <a:pt x="181610" y="225960"/>
                  <a:pt x="225960" y="181610"/>
                  <a:pt x="280670" y="181610"/>
                </a:cubicBezTo>
                <a:close/>
                <a:moveTo>
                  <a:pt x="233418" y="292392"/>
                </a:moveTo>
                <a:lnTo>
                  <a:pt x="258183" y="317157"/>
                </a:lnTo>
                <a:cubicBezTo>
                  <a:pt x="260728" y="319687"/>
                  <a:pt x="264244" y="320992"/>
                  <a:pt x="267823" y="320736"/>
                </a:cubicBezTo>
                <a:cubicBezTo>
                  <a:pt x="271403" y="320480"/>
                  <a:pt x="274697" y="318687"/>
                  <a:pt x="276856" y="315819"/>
                </a:cubicBezTo>
                <a:lnTo>
                  <a:pt x="324817" y="251876"/>
                </a:lnTo>
              </a:path>
            </a:pathLst>
          </a:custGeom>
          <a:noFill/>
          <a:ln w="12382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Rounded Rectangle 31"/>
          <p:cNvSpPr/>
          <p:nvPr/>
        </p:nvSpPr>
        <p:spPr>
          <a:xfrm>
            <a:off x="4776286" y="5392128"/>
            <a:ext cx="381034" cy="374168"/>
          </a:xfrm>
          <a:custGeom>
            <a:avLst/>
            <a:gdLst/>
            <a:ahLst/>
            <a:cxnLst/>
            <a:rect l="0" t="0" r="0" b="0"/>
            <a:pathLst>
              <a:path w="381034" h="374168">
                <a:moveTo>
                  <a:pt x="28826" y="98894"/>
                </a:moveTo>
                <a:lnTo>
                  <a:pt x="77266" y="98894"/>
                </a:lnTo>
                <a:moveTo>
                  <a:pt x="77266" y="123659"/>
                </a:moveTo>
                <a:lnTo>
                  <a:pt x="77266" y="74129"/>
                </a:lnTo>
                <a:moveTo>
                  <a:pt x="0" y="0"/>
                </a:moveTo>
                <a:lnTo>
                  <a:pt x="28826" y="0"/>
                </a:lnTo>
                <a:lnTo>
                  <a:pt x="28826" y="288759"/>
                </a:lnTo>
                <a:lnTo>
                  <a:pt x="0" y="288759"/>
                </a:lnTo>
                <a:moveTo>
                  <a:pt x="69011" y="24599"/>
                </a:moveTo>
                <a:lnTo>
                  <a:pt x="66188" y="6356"/>
                </a:lnTo>
                <a:moveTo>
                  <a:pt x="118541" y="32854"/>
                </a:moveTo>
                <a:lnTo>
                  <a:pt x="126796" y="16344"/>
                </a:lnTo>
                <a:moveTo>
                  <a:pt x="66188" y="189699"/>
                </a:moveTo>
                <a:lnTo>
                  <a:pt x="69011" y="171456"/>
                </a:lnTo>
                <a:moveTo>
                  <a:pt x="126796" y="179711"/>
                </a:moveTo>
                <a:lnTo>
                  <a:pt x="118541" y="163201"/>
                </a:lnTo>
                <a:moveTo>
                  <a:pt x="267778" y="133915"/>
                </a:moveTo>
                <a:lnTo>
                  <a:pt x="326683" y="149132"/>
                </a:lnTo>
                <a:lnTo>
                  <a:pt x="326683" y="149132"/>
                </a:lnTo>
                <a:lnTo>
                  <a:pt x="274654" y="350546"/>
                </a:lnTo>
                <a:cubicBezTo>
                  <a:pt x="270843" y="365298"/>
                  <a:pt x="255795" y="374168"/>
                  <a:pt x="241043" y="370357"/>
                </a:cubicBezTo>
                <a:lnTo>
                  <a:pt x="235544" y="368937"/>
                </a:lnTo>
                <a:cubicBezTo>
                  <a:pt x="220800" y="365119"/>
                  <a:pt x="211939" y="350076"/>
                  <a:pt x="215748" y="335329"/>
                </a:cubicBezTo>
                <a:lnTo>
                  <a:pt x="267778" y="133915"/>
                </a:lnTo>
                <a:close/>
                <a:moveTo>
                  <a:pt x="262785" y="61961"/>
                </a:moveTo>
                <a:lnTo>
                  <a:pt x="327877" y="78775"/>
                </a:lnTo>
                <a:cubicBezTo>
                  <a:pt x="361071" y="87341"/>
                  <a:pt x="381034" y="121198"/>
                  <a:pt x="372459" y="154390"/>
                </a:cubicBezTo>
                <a:lnTo>
                  <a:pt x="370861" y="160576"/>
                </a:lnTo>
                <a:lnTo>
                  <a:pt x="370861" y="160576"/>
                </a:lnTo>
                <a:lnTo>
                  <a:pt x="245665" y="128236"/>
                </a:lnTo>
                <a:lnTo>
                  <a:pt x="245665" y="128236"/>
                </a:lnTo>
                <a:lnTo>
                  <a:pt x="262785" y="61961"/>
                </a:lnTo>
                <a:close/>
                <a:moveTo>
                  <a:pt x="240268" y="32537"/>
                </a:moveTo>
                <a:lnTo>
                  <a:pt x="245078" y="33779"/>
                </a:lnTo>
                <a:cubicBezTo>
                  <a:pt x="245078" y="33779"/>
                  <a:pt x="268444" y="39814"/>
                  <a:pt x="262409" y="63179"/>
                </a:cubicBezTo>
                <a:lnTo>
                  <a:pt x="245957" y="126882"/>
                </a:lnTo>
                <a:cubicBezTo>
                  <a:pt x="245957" y="126882"/>
                  <a:pt x="239922" y="150247"/>
                  <a:pt x="216557" y="144213"/>
                </a:cubicBezTo>
                <a:lnTo>
                  <a:pt x="211747" y="142970"/>
                </a:lnTo>
                <a:cubicBezTo>
                  <a:pt x="211747" y="142970"/>
                  <a:pt x="188382" y="136936"/>
                  <a:pt x="194416" y="113571"/>
                </a:cubicBezTo>
                <a:lnTo>
                  <a:pt x="210868" y="49868"/>
                </a:lnTo>
                <a:cubicBezTo>
                  <a:pt x="210868" y="49868"/>
                  <a:pt x="216903" y="26502"/>
                  <a:pt x="240268" y="32537"/>
                </a:cubicBezTo>
              </a:path>
            </a:pathLst>
          </a:custGeom>
          <a:noFill/>
          <a:ln w="12382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57882" y="2521834"/>
            <a:ext cx="1979270" cy="1250065"/>
            <a:chOff x="1458410" y="937549"/>
            <a:chExt cx="1979270" cy="1250065"/>
          </a:xfrm>
        </p:grpSpPr>
        <p:sp>
          <p:nvSpPr>
            <p:cNvPr id="2" name="Rounded Rectangle 1"/>
            <p:cNvSpPr/>
            <p:nvPr/>
          </p:nvSpPr>
          <p:spPr>
            <a:xfrm>
              <a:off x="1458410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104172" y="104172"/>
                  </a:moveTo>
                  <a:lnTo>
                    <a:pt x="0" y="104172"/>
                  </a:lnTo>
                  <a:cubicBezTo>
                    <a:pt x="0" y="46840"/>
                    <a:pt x="46840" y="0"/>
                    <a:pt x="104172" y="0"/>
                  </a:cubicBezTo>
                  <a:close/>
                  <a:moveTo>
                    <a:pt x="1875098" y="0"/>
                  </a:moveTo>
                  <a:lnTo>
                    <a:pt x="1875098" y="104172"/>
                  </a:lnTo>
                  <a:lnTo>
                    <a:pt x="104172" y="104172"/>
                  </a:lnTo>
                  <a:lnTo>
                    <a:pt x="104172" y="0"/>
                  </a:lnTo>
                  <a:close/>
                  <a:moveTo>
                    <a:pt x="1979270" y="104172"/>
                  </a:moveTo>
                  <a:lnTo>
                    <a:pt x="1875098" y="104172"/>
                  </a:lnTo>
                  <a:lnTo>
                    <a:pt x="1875098" y="0"/>
                  </a:lnTo>
                  <a:cubicBezTo>
                    <a:pt x="1932530" y="0"/>
                    <a:pt x="1979270" y="46740"/>
                    <a:pt x="1979270" y="104172"/>
                  </a:cubicBezTo>
                  <a:close/>
                  <a:moveTo>
                    <a:pt x="1979270" y="1250065"/>
                  </a:moveTo>
                  <a:lnTo>
                    <a:pt x="0" y="1250065"/>
                  </a:lnTo>
                  <a:lnTo>
                    <a:pt x="0" y="104172"/>
                  </a:lnTo>
                  <a:lnTo>
                    <a:pt x="1979270" y="104172"/>
                  </a:ln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458410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0" y="104172"/>
                  </a:moveTo>
                  <a:cubicBezTo>
                    <a:pt x="0" y="46643"/>
                    <a:pt x="46643" y="0"/>
                    <a:pt x="104172" y="0"/>
                  </a:cubicBezTo>
                  <a:moveTo>
                    <a:pt x="1979270" y="104172"/>
                  </a:moveTo>
                  <a:lnTo>
                    <a:pt x="1979270" y="1250065"/>
                  </a:lnTo>
                  <a:moveTo>
                    <a:pt x="0" y="104172"/>
                  </a:moveTo>
                  <a:lnTo>
                    <a:pt x="0" y="1250065"/>
                  </a:lnTo>
                  <a:moveTo>
                    <a:pt x="104172" y="0"/>
                  </a:moveTo>
                  <a:lnTo>
                    <a:pt x="1875098" y="0"/>
                  </a:lnTo>
                  <a:moveTo>
                    <a:pt x="1875098" y="0"/>
                  </a:moveTo>
                  <a:cubicBezTo>
                    <a:pt x="1932544" y="0"/>
                    <a:pt x="1979270" y="46726"/>
                    <a:pt x="1979270" y="104172"/>
                  </a:cubicBez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857882" y="3771900"/>
            <a:ext cx="1979270" cy="1041721"/>
            <a:chOff x="1458410" y="2187615"/>
            <a:chExt cx="1979270" cy="1041721"/>
          </a:xfrm>
        </p:grpSpPr>
        <p:sp>
          <p:nvSpPr>
            <p:cNvPr id="5" name="Rounded Rectangle 4"/>
            <p:cNvSpPr/>
            <p:nvPr/>
          </p:nvSpPr>
          <p:spPr>
            <a:xfrm>
              <a:off x="1458410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0" y="937549"/>
                  </a:moveTo>
                  <a:lnTo>
                    <a:pt x="104172" y="937549"/>
                  </a:lnTo>
                  <a:lnTo>
                    <a:pt x="104172" y="1041721"/>
                  </a:lnTo>
                  <a:cubicBezTo>
                    <a:pt x="46639" y="1041721"/>
                    <a:pt x="0" y="995081"/>
                    <a:pt x="0" y="937549"/>
                  </a:cubicBezTo>
                  <a:close/>
                  <a:moveTo>
                    <a:pt x="104172" y="1041721"/>
                  </a:moveTo>
                  <a:lnTo>
                    <a:pt x="104172" y="937549"/>
                  </a:lnTo>
                  <a:lnTo>
                    <a:pt x="1875098" y="937549"/>
                  </a:lnTo>
                  <a:lnTo>
                    <a:pt x="1875098" y="1041721"/>
                  </a:lnTo>
                  <a:close/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lnTo>
                    <a:pt x="1875098" y="937549"/>
                  </a:lnTo>
                  <a:close/>
                  <a:moveTo>
                    <a:pt x="1979270" y="937549"/>
                  </a:moveTo>
                  <a:lnTo>
                    <a:pt x="0" y="937549"/>
                  </a:lnTo>
                  <a:lnTo>
                    <a:pt x="0" y="0"/>
                  </a:lnTo>
                  <a:lnTo>
                    <a:pt x="197927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458410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104172" y="1041721"/>
                  </a:moveTo>
                  <a:cubicBezTo>
                    <a:pt x="46639" y="1041721"/>
                    <a:pt x="0" y="995081"/>
                    <a:pt x="0" y="937549"/>
                  </a:cubicBezTo>
                  <a:moveTo>
                    <a:pt x="1875098" y="1041721"/>
                  </a:moveTo>
                  <a:lnTo>
                    <a:pt x="104172" y="1041721"/>
                  </a:lnTo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moveTo>
                    <a:pt x="1979270" y="937549"/>
                  </a:moveTo>
                  <a:lnTo>
                    <a:pt x="1979270" y="0"/>
                  </a:lnTo>
                  <a:moveTo>
                    <a:pt x="0" y="0"/>
                  </a:moveTo>
                  <a:lnTo>
                    <a:pt x="0" y="937549"/>
                  </a:lnTo>
                  <a:moveTo>
                    <a:pt x="1979270" y="0"/>
                  </a:moveTo>
                  <a:lnTo>
                    <a:pt x="0" y="0"/>
                  </a:ln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1962054" y="3876072"/>
            <a:ext cx="1770926" cy="833377"/>
          </a:xfrm>
          <a:custGeom>
            <a:avLst/>
            <a:gdLst/>
            <a:ahLst/>
            <a:cxnLst/>
            <a:rect l="0" t="0" r="0" b="0"/>
            <a:pathLst>
              <a:path w="1770926" h="833377">
                <a:moveTo>
                  <a:pt x="0" y="104172"/>
                </a:moveTo>
                <a:lnTo>
                  <a:pt x="0" y="52086"/>
                </a:lnTo>
                <a:cubicBezTo>
                  <a:pt x="0" y="23319"/>
                  <a:pt x="23319" y="0"/>
                  <a:pt x="52086" y="0"/>
                </a:cubicBezTo>
                <a:lnTo>
                  <a:pt x="104172" y="0"/>
                </a:lnTo>
                <a:moveTo>
                  <a:pt x="1770926" y="104172"/>
                </a:moveTo>
                <a:lnTo>
                  <a:pt x="1770926" y="729205"/>
                </a:lnTo>
                <a:moveTo>
                  <a:pt x="0" y="729205"/>
                </a:moveTo>
                <a:lnTo>
                  <a:pt x="0" y="104172"/>
                </a:lnTo>
                <a:moveTo>
                  <a:pt x="104172" y="0"/>
                </a:moveTo>
                <a:lnTo>
                  <a:pt x="1666754" y="0"/>
                </a:lnTo>
                <a:moveTo>
                  <a:pt x="104172" y="833377"/>
                </a:moveTo>
                <a:lnTo>
                  <a:pt x="52086" y="833377"/>
                </a:lnTo>
                <a:cubicBezTo>
                  <a:pt x="23319" y="833377"/>
                  <a:pt x="0" y="810057"/>
                  <a:pt x="0" y="781291"/>
                </a:cubicBezTo>
                <a:lnTo>
                  <a:pt x="0" y="729205"/>
                </a:lnTo>
                <a:moveTo>
                  <a:pt x="1666754" y="0"/>
                </a:moveTo>
                <a:lnTo>
                  <a:pt x="1718840" y="0"/>
                </a:lnTo>
                <a:cubicBezTo>
                  <a:pt x="1747606" y="0"/>
                  <a:pt x="1770926" y="23319"/>
                  <a:pt x="1770926" y="52086"/>
                </a:cubicBezTo>
                <a:lnTo>
                  <a:pt x="1770926" y="104172"/>
                </a:lnTo>
                <a:moveTo>
                  <a:pt x="104172" y="833377"/>
                </a:moveTo>
                <a:lnTo>
                  <a:pt x="1666754" y="833377"/>
                </a:lnTo>
                <a:moveTo>
                  <a:pt x="1770926" y="729205"/>
                </a:moveTo>
                <a:lnTo>
                  <a:pt x="1770926" y="781291"/>
                </a:lnTo>
                <a:cubicBezTo>
                  <a:pt x="1770926" y="810057"/>
                  <a:pt x="1747606" y="833377"/>
                  <a:pt x="1718840" y="833377"/>
                </a:cubicBezTo>
                <a:lnTo>
                  <a:pt x="1666754" y="833377"/>
                </a:lnTo>
              </a:path>
            </a:pathLst>
          </a:custGeom>
          <a:noFill/>
          <a:ln w="1302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grpSp>
        <p:nvGrpSpPr>
          <p:cNvPr id="11" name="Group 10"/>
          <p:cNvGrpSpPr/>
          <p:nvPr/>
        </p:nvGrpSpPr>
        <p:grpSpPr>
          <a:xfrm>
            <a:off x="4045497" y="2521834"/>
            <a:ext cx="1979270" cy="1250065"/>
            <a:chOff x="3646025" y="937549"/>
            <a:chExt cx="1979270" cy="1250065"/>
          </a:xfrm>
        </p:grpSpPr>
        <p:sp>
          <p:nvSpPr>
            <p:cNvPr id="9" name="Rounded Rectangle 8"/>
            <p:cNvSpPr/>
            <p:nvPr/>
          </p:nvSpPr>
          <p:spPr>
            <a:xfrm>
              <a:off x="3646025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104172" y="104172"/>
                  </a:moveTo>
                  <a:lnTo>
                    <a:pt x="0" y="104172"/>
                  </a:lnTo>
                  <a:cubicBezTo>
                    <a:pt x="0" y="46840"/>
                    <a:pt x="46840" y="0"/>
                    <a:pt x="104172" y="0"/>
                  </a:cubicBezTo>
                  <a:close/>
                  <a:moveTo>
                    <a:pt x="1875098" y="0"/>
                  </a:moveTo>
                  <a:lnTo>
                    <a:pt x="1875098" y="104172"/>
                  </a:lnTo>
                  <a:lnTo>
                    <a:pt x="104172" y="104172"/>
                  </a:lnTo>
                  <a:lnTo>
                    <a:pt x="104172" y="0"/>
                  </a:lnTo>
                  <a:close/>
                  <a:moveTo>
                    <a:pt x="1979270" y="104172"/>
                  </a:moveTo>
                  <a:lnTo>
                    <a:pt x="1875098" y="104172"/>
                  </a:lnTo>
                  <a:lnTo>
                    <a:pt x="1875098" y="0"/>
                  </a:lnTo>
                  <a:cubicBezTo>
                    <a:pt x="1932530" y="0"/>
                    <a:pt x="1979270" y="46740"/>
                    <a:pt x="1979270" y="104172"/>
                  </a:cubicBezTo>
                  <a:close/>
                  <a:moveTo>
                    <a:pt x="1979270" y="1250065"/>
                  </a:moveTo>
                  <a:lnTo>
                    <a:pt x="0" y="1250065"/>
                  </a:lnTo>
                  <a:lnTo>
                    <a:pt x="0" y="104172"/>
                  </a:lnTo>
                  <a:lnTo>
                    <a:pt x="1979270" y="104172"/>
                  </a:ln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646025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0" y="104172"/>
                  </a:moveTo>
                  <a:cubicBezTo>
                    <a:pt x="0" y="46643"/>
                    <a:pt x="46643" y="0"/>
                    <a:pt x="104172" y="0"/>
                  </a:cubicBezTo>
                  <a:moveTo>
                    <a:pt x="1979270" y="104172"/>
                  </a:moveTo>
                  <a:lnTo>
                    <a:pt x="1979270" y="1250065"/>
                  </a:lnTo>
                  <a:moveTo>
                    <a:pt x="0" y="104172"/>
                  </a:moveTo>
                  <a:lnTo>
                    <a:pt x="0" y="1250065"/>
                  </a:lnTo>
                  <a:moveTo>
                    <a:pt x="104172" y="0"/>
                  </a:moveTo>
                  <a:lnTo>
                    <a:pt x="1875098" y="0"/>
                  </a:lnTo>
                  <a:moveTo>
                    <a:pt x="1875098" y="0"/>
                  </a:moveTo>
                  <a:cubicBezTo>
                    <a:pt x="1932544" y="0"/>
                    <a:pt x="1979270" y="46726"/>
                    <a:pt x="1979270" y="104172"/>
                  </a:cubicBez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045497" y="3771900"/>
            <a:ext cx="1979270" cy="1041721"/>
            <a:chOff x="3646025" y="2187615"/>
            <a:chExt cx="1979270" cy="1041721"/>
          </a:xfrm>
        </p:grpSpPr>
        <p:sp>
          <p:nvSpPr>
            <p:cNvPr id="12" name="Rounded Rectangle 11"/>
            <p:cNvSpPr/>
            <p:nvPr/>
          </p:nvSpPr>
          <p:spPr>
            <a:xfrm>
              <a:off x="3646025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0" y="937549"/>
                  </a:moveTo>
                  <a:lnTo>
                    <a:pt x="104172" y="937549"/>
                  </a:lnTo>
                  <a:lnTo>
                    <a:pt x="104172" y="1041721"/>
                  </a:lnTo>
                  <a:cubicBezTo>
                    <a:pt x="46639" y="1041721"/>
                    <a:pt x="0" y="995081"/>
                    <a:pt x="0" y="937549"/>
                  </a:cubicBezTo>
                  <a:close/>
                  <a:moveTo>
                    <a:pt x="104172" y="1041721"/>
                  </a:moveTo>
                  <a:lnTo>
                    <a:pt x="104172" y="937549"/>
                  </a:lnTo>
                  <a:lnTo>
                    <a:pt x="1875098" y="937549"/>
                  </a:lnTo>
                  <a:lnTo>
                    <a:pt x="1875098" y="1041721"/>
                  </a:lnTo>
                  <a:close/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lnTo>
                    <a:pt x="1875098" y="937549"/>
                  </a:lnTo>
                  <a:close/>
                  <a:moveTo>
                    <a:pt x="1979270" y="937549"/>
                  </a:moveTo>
                  <a:lnTo>
                    <a:pt x="0" y="937549"/>
                  </a:lnTo>
                  <a:lnTo>
                    <a:pt x="0" y="0"/>
                  </a:lnTo>
                  <a:lnTo>
                    <a:pt x="197927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646025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104172" y="1041721"/>
                  </a:moveTo>
                  <a:cubicBezTo>
                    <a:pt x="46639" y="1041721"/>
                    <a:pt x="0" y="995081"/>
                    <a:pt x="0" y="937549"/>
                  </a:cubicBezTo>
                  <a:moveTo>
                    <a:pt x="1875098" y="1041721"/>
                  </a:moveTo>
                  <a:lnTo>
                    <a:pt x="104172" y="1041721"/>
                  </a:lnTo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moveTo>
                    <a:pt x="1979270" y="937549"/>
                  </a:moveTo>
                  <a:lnTo>
                    <a:pt x="1979270" y="0"/>
                  </a:lnTo>
                  <a:moveTo>
                    <a:pt x="0" y="0"/>
                  </a:moveTo>
                  <a:lnTo>
                    <a:pt x="0" y="937549"/>
                  </a:lnTo>
                  <a:moveTo>
                    <a:pt x="1979270" y="0"/>
                  </a:moveTo>
                  <a:lnTo>
                    <a:pt x="0" y="0"/>
                  </a:ln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149669" y="3876072"/>
            <a:ext cx="1770926" cy="833377"/>
          </a:xfrm>
          <a:custGeom>
            <a:avLst/>
            <a:gdLst/>
            <a:ahLst/>
            <a:cxnLst/>
            <a:rect l="0" t="0" r="0" b="0"/>
            <a:pathLst>
              <a:path w="1770926" h="833377">
                <a:moveTo>
                  <a:pt x="0" y="104172"/>
                </a:moveTo>
                <a:lnTo>
                  <a:pt x="0" y="52086"/>
                </a:lnTo>
                <a:cubicBezTo>
                  <a:pt x="0" y="23319"/>
                  <a:pt x="23319" y="0"/>
                  <a:pt x="52086" y="0"/>
                </a:cubicBezTo>
                <a:lnTo>
                  <a:pt x="104172" y="0"/>
                </a:lnTo>
                <a:moveTo>
                  <a:pt x="1770926" y="104172"/>
                </a:moveTo>
                <a:lnTo>
                  <a:pt x="1770926" y="729205"/>
                </a:lnTo>
                <a:moveTo>
                  <a:pt x="0" y="729205"/>
                </a:moveTo>
                <a:lnTo>
                  <a:pt x="0" y="104172"/>
                </a:lnTo>
                <a:moveTo>
                  <a:pt x="104172" y="0"/>
                </a:moveTo>
                <a:lnTo>
                  <a:pt x="1666754" y="0"/>
                </a:lnTo>
                <a:moveTo>
                  <a:pt x="104172" y="833377"/>
                </a:moveTo>
                <a:lnTo>
                  <a:pt x="52086" y="833377"/>
                </a:lnTo>
                <a:cubicBezTo>
                  <a:pt x="23319" y="833377"/>
                  <a:pt x="0" y="810057"/>
                  <a:pt x="0" y="781291"/>
                </a:cubicBezTo>
                <a:lnTo>
                  <a:pt x="0" y="729205"/>
                </a:lnTo>
                <a:moveTo>
                  <a:pt x="1666754" y="0"/>
                </a:moveTo>
                <a:lnTo>
                  <a:pt x="1718840" y="0"/>
                </a:lnTo>
                <a:cubicBezTo>
                  <a:pt x="1747606" y="0"/>
                  <a:pt x="1770926" y="23319"/>
                  <a:pt x="1770926" y="52086"/>
                </a:cubicBezTo>
                <a:lnTo>
                  <a:pt x="1770926" y="104172"/>
                </a:lnTo>
                <a:moveTo>
                  <a:pt x="104172" y="833377"/>
                </a:moveTo>
                <a:lnTo>
                  <a:pt x="1666754" y="833377"/>
                </a:lnTo>
                <a:moveTo>
                  <a:pt x="1770926" y="729205"/>
                </a:moveTo>
                <a:lnTo>
                  <a:pt x="1770926" y="781291"/>
                </a:lnTo>
                <a:cubicBezTo>
                  <a:pt x="1770926" y="810057"/>
                  <a:pt x="1747606" y="833377"/>
                  <a:pt x="1718840" y="833377"/>
                </a:cubicBezTo>
                <a:lnTo>
                  <a:pt x="1666754" y="833377"/>
                </a:lnTo>
              </a:path>
            </a:pathLst>
          </a:custGeom>
          <a:noFill/>
          <a:ln w="1302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grpSp>
        <p:nvGrpSpPr>
          <p:cNvPr id="18" name="Group 17"/>
          <p:cNvGrpSpPr/>
          <p:nvPr/>
        </p:nvGrpSpPr>
        <p:grpSpPr>
          <a:xfrm>
            <a:off x="6233112" y="2521834"/>
            <a:ext cx="1979270" cy="1250065"/>
            <a:chOff x="5833640" y="937549"/>
            <a:chExt cx="1979270" cy="1250065"/>
          </a:xfrm>
        </p:grpSpPr>
        <p:sp>
          <p:nvSpPr>
            <p:cNvPr id="16" name="Rounded Rectangle 15"/>
            <p:cNvSpPr/>
            <p:nvPr/>
          </p:nvSpPr>
          <p:spPr>
            <a:xfrm>
              <a:off x="5833640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104172" y="104172"/>
                  </a:moveTo>
                  <a:lnTo>
                    <a:pt x="0" y="104172"/>
                  </a:lnTo>
                  <a:cubicBezTo>
                    <a:pt x="0" y="46840"/>
                    <a:pt x="46840" y="0"/>
                    <a:pt x="104172" y="0"/>
                  </a:cubicBezTo>
                  <a:close/>
                  <a:moveTo>
                    <a:pt x="1875098" y="0"/>
                  </a:moveTo>
                  <a:lnTo>
                    <a:pt x="1875098" y="104172"/>
                  </a:lnTo>
                  <a:lnTo>
                    <a:pt x="104172" y="104172"/>
                  </a:lnTo>
                  <a:lnTo>
                    <a:pt x="104172" y="0"/>
                  </a:lnTo>
                  <a:close/>
                  <a:moveTo>
                    <a:pt x="1979270" y="104172"/>
                  </a:moveTo>
                  <a:lnTo>
                    <a:pt x="1875098" y="104172"/>
                  </a:lnTo>
                  <a:lnTo>
                    <a:pt x="1875098" y="0"/>
                  </a:lnTo>
                  <a:cubicBezTo>
                    <a:pt x="1932530" y="0"/>
                    <a:pt x="1979270" y="46740"/>
                    <a:pt x="1979270" y="104172"/>
                  </a:cubicBezTo>
                  <a:close/>
                  <a:moveTo>
                    <a:pt x="1979270" y="1250065"/>
                  </a:moveTo>
                  <a:lnTo>
                    <a:pt x="0" y="1250065"/>
                  </a:lnTo>
                  <a:lnTo>
                    <a:pt x="0" y="104172"/>
                  </a:lnTo>
                  <a:lnTo>
                    <a:pt x="1979270" y="104172"/>
                  </a:ln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833640" y="937549"/>
              <a:ext cx="1979270" cy="1250065"/>
            </a:xfrm>
            <a:custGeom>
              <a:avLst/>
              <a:gdLst/>
              <a:ahLst/>
              <a:cxnLst/>
              <a:rect l="0" t="0" r="0" b="0"/>
              <a:pathLst>
                <a:path w="1979270" h="1250065">
                  <a:moveTo>
                    <a:pt x="0" y="104172"/>
                  </a:moveTo>
                  <a:cubicBezTo>
                    <a:pt x="0" y="46643"/>
                    <a:pt x="46643" y="0"/>
                    <a:pt x="104172" y="0"/>
                  </a:cubicBezTo>
                  <a:moveTo>
                    <a:pt x="1979270" y="104172"/>
                  </a:moveTo>
                  <a:lnTo>
                    <a:pt x="1979270" y="1250065"/>
                  </a:lnTo>
                  <a:moveTo>
                    <a:pt x="0" y="104172"/>
                  </a:moveTo>
                  <a:lnTo>
                    <a:pt x="0" y="1250065"/>
                  </a:lnTo>
                  <a:moveTo>
                    <a:pt x="104172" y="0"/>
                  </a:moveTo>
                  <a:lnTo>
                    <a:pt x="1875098" y="0"/>
                  </a:lnTo>
                  <a:moveTo>
                    <a:pt x="1875098" y="0"/>
                  </a:moveTo>
                  <a:cubicBezTo>
                    <a:pt x="1932544" y="0"/>
                    <a:pt x="1979270" y="46726"/>
                    <a:pt x="1979270" y="104172"/>
                  </a:cubicBez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233112" y="3771900"/>
            <a:ext cx="1979270" cy="1041721"/>
            <a:chOff x="5833640" y="2187615"/>
            <a:chExt cx="1979270" cy="1041721"/>
          </a:xfrm>
        </p:grpSpPr>
        <p:sp>
          <p:nvSpPr>
            <p:cNvPr id="19" name="Rounded Rectangle 18"/>
            <p:cNvSpPr/>
            <p:nvPr/>
          </p:nvSpPr>
          <p:spPr>
            <a:xfrm>
              <a:off x="5833640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0" y="937549"/>
                  </a:moveTo>
                  <a:lnTo>
                    <a:pt x="104172" y="937549"/>
                  </a:lnTo>
                  <a:lnTo>
                    <a:pt x="104172" y="1041721"/>
                  </a:lnTo>
                  <a:cubicBezTo>
                    <a:pt x="46639" y="1041721"/>
                    <a:pt x="0" y="995081"/>
                    <a:pt x="0" y="937549"/>
                  </a:cubicBezTo>
                  <a:close/>
                  <a:moveTo>
                    <a:pt x="104172" y="1041721"/>
                  </a:moveTo>
                  <a:lnTo>
                    <a:pt x="104172" y="937549"/>
                  </a:lnTo>
                  <a:lnTo>
                    <a:pt x="1875098" y="937549"/>
                  </a:lnTo>
                  <a:lnTo>
                    <a:pt x="1875098" y="1041721"/>
                  </a:lnTo>
                  <a:close/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lnTo>
                    <a:pt x="1875098" y="937549"/>
                  </a:lnTo>
                  <a:close/>
                  <a:moveTo>
                    <a:pt x="1979270" y="937549"/>
                  </a:moveTo>
                  <a:lnTo>
                    <a:pt x="0" y="937549"/>
                  </a:lnTo>
                  <a:lnTo>
                    <a:pt x="0" y="0"/>
                  </a:lnTo>
                  <a:lnTo>
                    <a:pt x="197927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5833640" y="2187615"/>
              <a:ext cx="1979270" cy="1041721"/>
            </a:xfrm>
            <a:custGeom>
              <a:avLst/>
              <a:gdLst/>
              <a:ahLst/>
              <a:cxnLst/>
              <a:rect l="0" t="0" r="0" b="0"/>
              <a:pathLst>
                <a:path w="1979270" h="1041721">
                  <a:moveTo>
                    <a:pt x="104172" y="1041721"/>
                  </a:moveTo>
                  <a:cubicBezTo>
                    <a:pt x="46639" y="1041721"/>
                    <a:pt x="0" y="995081"/>
                    <a:pt x="0" y="937549"/>
                  </a:cubicBezTo>
                  <a:moveTo>
                    <a:pt x="1875098" y="1041721"/>
                  </a:moveTo>
                  <a:lnTo>
                    <a:pt x="104172" y="1041721"/>
                  </a:lnTo>
                  <a:moveTo>
                    <a:pt x="1979270" y="937549"/>
                  </a:moveTo>
                  <a:cubicBezTo>
                    <a:pt x="1979270" y="995081"/>
                    <a:pt x="1932631" y="1041721"/>
                    <a:pt x="1875098" y="1041721"/>
                  </a:cubicBezTo>
                  <a:moveTo>
                    <a:pt x="1979270" y="937549"/>
                  </a:moveTo>
                  <a:lnTo>
                    <a:pt x="1979270" y="0"/>
                  </a:lnTo>
                  <a:moveTo>
                    <a:pt x="0" y="0"/>
                  </a:moveTo>
                  <a:lnTo>
                    <a:pt x="0" y="937549"/>
                  </a:lnTo>
                  <a:moveTo>
                    <a:pt x="1979270" y="0"/>
                  </a:moveTo>
                  <a:lnTo>
                    <a:pt x="0" y="0"/>
                  </a:lnTo>
                </a:path>
              </a:pathLst>
            </a:custGeom>
            <a:noFill/>
            <a:ln w="1302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6337284" y="3876072"/>
            <a:ext cx="1770926" cy="833377"/>
          </a:xfrm>
          <a:custGeom>
            <a:avLst/>
            <a:gdLst/>
            <a:ahLst/>
            <a:cxnLst/>
            <a:rect l="0" t="0" r="0" b="0"/>
            <a:pathLst>
              <a:path w="1770926" h="833377">
                <a:moveTo>
                  <a:pt x="0" y="104172"/>
                </a:moveTo>
                <a:lnTo>
                  <a:pt x="0" y="52086"/>
                </a:lnTo>
                <a:cubicBezTo>
                  <a:pt x="0" y="23319"/>
                  <a:pt x="23319" y="0"/>
                  <a:pt x="52086" y="0"/>
                </a:cubicBezTo>
                <a:lnTo>
                  <a:pt x="104172" y="0"/>
                </a:lnTo>
                <a:moveTo>
                  <a:pt x="1770926" y="104172"/>
                </a:moveTo>
                <a:lnTo>
                  <a:pt x="1770926" y="729205"/>
                </a:lnTo>
                <a:moveTo>
                  <a:pt x="0" y="729205"/>
                </a:moveTo>
                <a:lnTo>
                  <a:pt x="0" y="104172"/>
                </a:lnTo>
                <a:moveTo>
                  <a:pt x="104172" y="0"/>
                </a:moveTo>
                <a:lnTo>
                  <a:pt x="1666754" y="0"/>
                </a:lnTo>
                <a:moveTo>
                  <a:pt x="104172" y="833377"/>
                </a:moveTo>
                <a:lnTo>
                  <a:pt x="52086" y="833377"/>
                </a:lnTo>
                <a:cubicBezTo>
                  <a:pt x="23319" y="833377"/>
                  <a:pt x="0" y="810057"/>
                  <a:pt x="0" y="781291"/>
                </a:cubicBezTo>
                <a:lnTo>
                  <a:pt x="0" y="729205"/>
                </a:lnTo>
                <a:moveTo>
                  <a:pt x="1666754" y="0"/>
                </a:moveTo>
                <a:lnTo>
                  <a:pt x="1718840" y="0"/>
                </a:lnTo>
                <a:cubicBezTo>
                  <a:pt x="1747606" y="0"/>
                  <a:pt x="1770926" y="23319"/>
                  <a:pt x="1770926" y="52086"/>
                </a:cubicBezTo>
                <a:lnTo>
                  <a:pt x="1770926" y="104172"/>
                </a:lnTo>
                <a:moveTo>
                  <a:pt x="104172" y="833377"/>
                </a:moveTo>
                <a:lnTo>
                  <a:pt x="1666754" y="833377"/>
                </a:lnTo>
                <a:moveTo>
                  <a:pt x="1770926" y="729205"/>
                </a:moveTo>
                <a:lnTo>
                  <a:pt x="1770926" y="781291"/>
                </a:lnTo>
                <a:cubicBezTo>
                  <a:pt x="1770926" y="810057"/>
                  <a:pt x="1747606" y="833377"/>
                  <a:pt x="1718840" y="833377"/>
                </a:cubicBezTo>
                <a:lnTo>
                  <a:pt x="1666754" y="833377"/>
                </a:lnTo>
              </a:path>
            </a:pathLst>
          </a:custGeom>
          <a:noFill/>
          <a:ln w="13021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411485" y="716620"/>
            <a:ext cx="4075667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MCP Servers and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9319" y="3264060"/>
            <a:ext cx="885463" cy="255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JIRA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9528" y="3264060"/>
            <a:ext cx="1341216" cy="255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Oracle DB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098" y="3264060"/>
            <a:ext cx="963592" cy="510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Confluence
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0489" y="3988925"/>
            <a:ext cx="1493999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get_story_description,
add_comment,
get_story_status,
get_assignee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1008" y="4067054"/>
            <a:ext cx="1752082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execute_query,
generate_table_summary,
validate_query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0270" y="4067054"/>
            <a:ext cx="1367362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oboto"/>
              </a:rPr>
              <a:t>get_page_summary,
search_pages,
create_page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536" y="4201610"/>
            <a:ext cx="617157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solidFill>
                  <a:srgbClr val="484848"/>
                </a:solidFill>
                <a:latin typeface="Roboto"/>
              </a:rPr>
              <a:t>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39173" y="2730178"/>
            <a:ext cx="410006" cy="410006"/>
          </a:xfrm>
          <a:custGeom>
            <a:avLst/>
            <a:gdLst/>
            <a:ahLst/>
            <a:cxnLst/>
            <a:rect l="0" t="0" r="0" b="0"/>
            <a:pathLst>
              <a:path w="410006" h="410006">
                <a:moveTo>
                  <a:pt x="0" y="0"/>
                </a:moveTo>
                <a:moveTo>
                  <a:pt x="208344" y="138896"/>
                </a:moveTo>
                <a:lnTo>
                  <a:pt x="138896" y="208344"/>
                </a:lnTo>
                <a:lnTo>
                  <a:pt x="223102" y="292550"/>
                </a:lnTo>
                <a:cubicBezTo>
                  <a:pt x="237627" y="307044"/>
                  <a:pt x="245789" y="326720"/>
                  <a:pt x="245789" y="347240"/>
                </a:cubicBezTo>
                <a:cubicBezTo>
                  <a:pt x="245789" y="367760"/>
                  <a:pt x="237627" y="387436"/>
                  <a:pt x="223102" y="401930"/>
                </a:cubicBezTo>
                <a:cubicBezTo>
                  <a:pt x="214920" y="410006"/>
                  <a:pt x="201768" y="410006"/>
                  <a:pt x="193586" y="401930"/>
                </a:cubicBezTo>
                <a:lnTo>
                  <a:pt x="14757" y="223102"/>
                </a:lnTo>
                <a:cubicBezTo>
                  <a:pt x="6682" y="214920"/>
                  <a:pt x="6682" y="201768"/>
                  <a:pt x="14757" y="193586"/>
                </a:cubicBezTo>
                <a:lnTo>
                  <a:pt x="193586" y="14757"/>
                </a:lnTo>
                <a:cubicBezTo>
                  <a:pt x="197515" y="10869"/>
                  <a:pt x="202817" y="8686"/>
                  <a:pt x="208344" y="8681"/>
                </a:cubicBezTo>
                <a:moveTo>
                  <a:pt x="0" y="0"/>
                </a:moveTo>
                <a:moveTo>
                  <a:pt x="208344" y="277792"/>
                </a:moveTo>
                <a:lnTo>
                  <a:pt x="277792" y="208344"/>
                </a:lnTo>
                <a:lnTo>
                  <a:pt x="193586" y="124138"/>
                </a:lnTo>
                <a:cubicBezTo>
                  <a:pt x="179061" y="109644"/>
                  <a:pt x="170898" y="89967"/>
                  <a:pt x="170898" y="69448"/>
                </a:cubicBezTo>
                <a:cubicBezTo>
                  <a:pt x="170898" y="48928"/>
                  <a:pt x="179061" y="29251"/>
                  <a:pt x="193586" y="14757"/>
                </a:cubicBezTo>
                <a:cubicBezTo>
                  <a:pt x="201768" y="6682"/>
                  <a:pt x="214920" y="6682"/>
                  <a:pt x="223102" y="14757"/>
                </a:cubicBezTo>
                <a:lnTo>
                  <a:pt x="401930" y="193586"/>
                </a:lnTo>
                <a:cubicBezTo>
                  <a:pt x="410006" y="201768"/>
                  <a:pt x="410006" y="214920"/>
                  <a:pt x="401930" y="223102"/>
                </a:cubicBezTo>
                <a:lnTo>
                  <a:pt x="223102" y="401930"/>
                </a:lnTo>
                <a:cubicBezTo>
                  <a:pt x="219173" y="405818"/>
                  <a:pt x="213871" y="408002"/>
                  <a:pt x="208344" y="408007"/>
                </a:cubicBezTo>
              </a:path>
            </a:pathLst>
          </a:custGeom>
          <a:noFill/>
          <a:ln w="1302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99709" y="2743200"/>
            <a:ext cx="270847" cy="390643"/>
          </a:xfrm>
          <a:custGeom>
            <a:avLst/>
            <a:gdLst/>
            <a:ahLst/>
            <a:cxnLst/>
            <a:rect l="0" t="0" r="0" b="0"/>
            <a:pathLst>
              <a:path w="270847" h="390643">
                <a:moveTo>
                  <a:pt x="0" y="59030"/>
                </a:moveTo>
                <a:cubicBezTo>
                  <a:pt x="0" y="26428"/>
                  <a:pt x="60631" y="0"/>
                  <a:pt x="135423" y="0"/>
                </a:cubicBezTo>
                <a:cubicBezTo>
                  <a:pt x="210215" y="0"/>
                  <a:pt x="270847" y="26428"/>
                  <a:pt x="270847" y="59030"/>
                </a:cubicBezTo>
                <a:cubicBezTo>
                  <a:pt x="270847" y="91632"/>
                  <a:pt x="210215" y="118061"/>
                  <a:pt x="135423" y="118061"/>
                </a:cubicBezTo>
                <a:cubicBezTo>
                  <a:pt x="60631" y="118061"/>
                  <a:pt x="0" y="91632"/>
                  <a:pt x="0" y="59030"/>
                </a:cubicBezTo>
                <a:close/>
                <a:moveTo>
                  <a:pt x="270847" y="59031"/>
                </a:moveTo>
                <a:lnTo>
                  <a:pt x="270847" y="149313"/>
                </a:lnTo>
                <a:cubicBezTo>
                  <a:pt x="270847" y="182301"/>
                  <a:pt x="210080" y="208344"/>
                  <a:pt x="135423" y="208344"/>
                </a:cubicBezTo>
                <a:cubicBezTo>
                  <a:pt x="60767" y="208344"/>
                  <a:pt x="0" y="182301"/>
                  <a:pt x="0" y="149313"/>
                </a:cubicBezTo>
                <a:lnTo>
                  <a:pt x="0" y="59031"/>
                </a:lnTo>
                <a:moveTo>
                  <a:pt x="270847" y="149313"/>
                </a:moveTo>
                <a:lnTo>
                  <a:pt x="270847" y="239595"/>
                </a:lnTo>
                <a:cubicBezTo>
                  <a:pt x="270847" y="272583"/>
                  <a:pt x="210080" y="298626"/>
                  <a:pt x="135423" y="298626"/>
                </a:cubicBezTo>
                <a:cubicBezTo>
                  <a:pt x="60767" y="298626"/>
                  <a:pt x="0" y="272583"/>
                  <a:pt x="0" y="239595"/>
                </a:cubicBezTo>
                <a:lnTo>
                  <a:pt x="0" y="149313"/>
                </a:lnTo>
                <a:moveTo>
                  <a:pt x="3473" y="355921"/>
                </a:moveTo>
                <a:lnTo>
                  <a:pt x="3473" y="321197"/>
                </a:lnTo>
                <a:moveTo>
                  <a:pt x="90283" y="390643"/>
                </a:moveTo>
                <a:lnTo>
                  <a:pt x="90283" y="361128"/>
                </a:lnTo>
                <a:moveTo>
                  <a:pt x="177094" y="390643"/>
                </a:moveTo>
                <a:lnTo>
                  <a:pt x="177094" y="361128"/>
                </a:lnTo>
                <a:moveTo>
                  <a:pt x="263904" y="321197"/>
                </a:moveTo>
                <a:lnTo>
                  <a:pt x="263904" y="355921"/>
                </a:lnTo>
              </a:path>
            </a:pathLst>
          </a:custGeom>
          <a:noFill/>
          <a:ln w="1302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049127" y="2738859"/>
            <a:ext cx="347240" cy="399326"/>
          </a:xfrm>
          <a:custGeom>
            <a:avLst/>
            <a:gdLst/>
            <a:ahLst/>
            <a:cxnLst/>
            <a:rect l="0" t="0" r="0" b="0"/>
            <a:pathLst>
              <a:path w="347240" h="399326">
                <a:moveTo>
                  <a:pt x="347240" y="0"/>
                </a:moveTo>
                <a:lnTo>
                  <a:pt x="347240" y="321197"/>
                </a:lnTo>
                <a:lnTo>
                  <a:pt x="173620" y="399326"/>
                </a:lnTo>
                <a:lnTo>
                  <a:pt x="0" y="321197"/>
                </a:lnTo>
                <a:lnTo>
                  <a:pt x="0" y="0"/>
                </a:lnTo>
                <a:lnTo>
                  <a:pt x="173620" y="78129"/>
                </a:lnTo>
                <a:close/>
                <a:moveTo>
                  <a:pt x="173620" y="159730"/>
                </a:moveTo>
                <a:lnTo>
                  <a:pt x="69448" y="112853"/>
                </a:lnTo>
                <a:lnTo>
                  <a:pt x="69448" y="272583"/>
                </a:lnTo>
                <a:lnTo>
                  <a:pt x="173620" y="319461"/>
                </a:lnTo>
                <a:lnTo>
                  <a:pt x="277792" y="272583"/>
                </a:lnTo>
                <a:lnTo>
                  <a:pt x="277792" y="112853"/>
                </a:lnTo>
                <a:close/>
              </a:path>
            </a:pathLst>
          </a:custGeom>
          <a:noFill/>
          <a:ln w="1302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797967" y="1257577"/>
            <a:ext cx="1378226" cy="861391"/>
            <a:chOff x="1808921" y="775252"/>
            <a:chExt cx="1378226" cy="861391"/>
          </a:xfrm>
        </p:grpSpPr>
        <p:sp>
          <p:nvSpPr>
            <p:cNvPr id="2" name="Rounded Rectangle 1"/>
            <p:cNvSpPr/>
            <p:nvPr/>
          </p:nvSpPr>
          <p:spPr>
            <a:xfrm>
              <a:off x="1808921" y="775252"/>
              <a:ext cx="1378226" cy="861391"/>
            </a:xfrm>
            <a:custGeom>
              <a:avLst/>
              <a:gdLst/>
              <a:ahLst/>
              <a:cxnLst/>
              <a:rect l="0" t="0" r="0" b="0"/>
              <a:pathLst>
                <a:path w="1378226" h="861391">
                  <a:moveTo>
                    <a:pt x="86139" y="86139"/>
                  </a:moveTo>
                  <a:lnTo>
                    <a:pt x="0" y="86139"/>
                  </a:lnTo>
                  <a:cubicBezTo>
                    <a:pt x="0" y="38731"/>
                    <a:pt x="38731" y="0"/>
                    <a:pt x="86139" y="0"/>
                  </a:cubicBezTo>
                  <a:close/>
                  <a:moveTo>
                    <a:pt x="1292086" y="0"/>
                  </a:moveTo>
                  <a:lnTo>
                    <a:pt x="1292086" y="86139"/>
                  </a:lnTo>
                  <a:lnTo>
                    <a:pt x="86139" y="86139"/>
                  </a:lnTo>
                  <a:lnTo>
                    <a:pt x="86139" y="0"/>
                  </a:lnTo>
                  <a:close/>
                  <a:moveTo>
                    <a:pt x="1378226" y="86139"/>
                  </a:moveTo>
                  <a:lnTo>
                    <a:pt x="1292086" y="86139"/>
                  </a:lnTo>
                  <a:lnTo>
                    <a:pt x="1292086" y="0"/>
                  </a:lnTo>
                  <a:cubicBezTo>
                    <a:pt x="1339576" y="0"/>
                    <a:pt x="1378226" y="38649"/>
                    <a:pt x="1378226" y="86139"/>
                  </a:cubicBezTo>
                  <a:close/>
                  <a:moveTo>
                    <a:pt x="1378226" y="861391"/>
                  </a:moveTo>
                  <a:lnTo>
                    <a:pt x="0" y="861391"/>
                  </a:lnTo>
                  <a:lnTo>
                    <a:pt x="0" y="86139"/>
                  </a:lnTo>
                  <a:lnTo>
                    <a:pt x="1378226" y="86139"/>
                  </a:ln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808921" y="775252"/>
              <a:ext cx="1378226" cy="861391"/>
            </a:xfrm>
            <a:custGeom>
              <a:avLst/>
              <a:gdLst/>
              <a:ahLst/>
              <a:cxnLst/>
              <a:rect l="0" t="0" r="0" b="0"/>
              <a:pathLst>
                <a:path w="1378226" h="861391">
                  <a:moveTo>
                    <a:pt x="0" y="86139"/>
                  </a:moveTo>
                  <a:cubicBezTo>
                    <a:pt x="0" y="38568"/>
                    <a:pt x="38568" y="0"/>
                    <a:pt x="86139" y="0"/>
                  </a:cubicBezTo>
                  <a:moveTo>
                    <a:pt x="1378226" y="861391"/>
                  </a:moveTo>
                  <a:lnTo>
                    <a:pt x="1378226" y="86139"/>
                  </a:lnTo>
                  <a:moveTo>
                    <a:pt x="0" y="86139"/>
                  </a:moveTo>
                  <a:lnTo>
                    <a:pt x="0" y="861391"/>
                  </a:lnTo>
                  <a:moveTo>
                    <a:pt x="86139" y="0"/>
                  </a:moveTo>
                  <a:lnTo>
                    <a:pt x="1292086" y="0"/>
                  </a:lnTo>
                  <a:moveTo>
                    <a:pt x="1292086" y="0"/>
                  </a:moveTo>
                  <a:cubicBezTo>
                    <a:pt x="1339588" y="0"/>
                    <a:pt x="1378226" y="38637"/>
                    <a:pt x="1378226" y="86139"/>
                  </a:cubicBezTo>
                </a:path>
              </a:pathLst>
            </a:custGeom>
            <a:noFill/>
            <a:ln w="1076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797967" y="2118968"/>
            <a:ext cx="1378226" cy="3876260"/>
            <a:chOff x="1808921" y="1636643"/>
            <a:chExt cx="1378226" cy="3876260"/>
          </a:xfrm>
        </p:grpSpPr>
        <p:sp>
          <p:nvSpPr>
            <p:cNvPr id="5" name="Rounded Rectangle 4"/>
            <p:cNvSpPr/>
            <p:nvPr/>
          </p:nvSpPr>
          <p:spPr>
            <a:xfrm>
              <a:off x="1808921" y="1636643"/>
              <a:ext cx="1378226" cy="3876260"/>
            </a:xfrm>
            <a:custGeom>
              <a:avLst/>
              <a:gdLst/>
              <a:ahLst/>
              <a:cxnLst/>
              <a:rect l="0" t="0" r="0" b="0"/>
              <a:pathLst>
                <a:path w="1378226" h="3876260">
                  <a:moveTo>
                    <a:pt x="0" y="3790121"/>
                  </a:moveTo>
                  <a:lnTo>
                    <a:pt x="86139" y="3790121"/>
                  </a:lnTo>
                  <a:lnTo>
                    <a:pt x="86139" y="3876260"/>
                  </a:lnTo>
                  <a:cubicBezTo>
                    <a:pt x="38565" y="3876260"/>
                    <a:pt x="0" y="3837694"/>
                    <a:pt x="0" y="3790121"/>
                  </a:cubicBezTo>
                  <a:close/>
                  <a:moveTo>
                    <a:pt x="86139" y="3876260"/>
                  </a:moveTo>
                  <a:lnTo>
                    <a:pt x="86139" y="3790121"/>
                  </a:lnTo>
                  <a:lnTo>
                    <a:pt x="1292086" y="3790121"/>
                  </a:lnTo>
                  <a:lnTo>
                    <a:pt x="1292086" y="3876260"/>
                  </a:lnTo>
                  <a:close/>
                  <a:moveTo>
                    <a:pt x="1378226" y="3790121"/>
                  </a:moveTo>
                  <a:cubicBezTo>
                    <a:pt x="1378226" y="3837694"/>
                    <a:pt x="1339660" y="3876260"/>
                    <a:pt x="1292086" y="3876260"/>
                  </a:cubicBezTo>
                  <a:lnTo>
                    <a:pt x="1292086" y="3790121"/>
                  </a:lnTo>
                  <a:close/>
                  <a:moveTo>
                    <a:pt x="1378226" y="3790121"/>
                  </a:moveTo>
                  <a:lnTo>
                    <a:pt x="0" y="3790121"/>
                  </a:lnTo>
                  <a:lnTo>
                    <a:pt x="0" y="0"/>
                  </a:lnTo>
                  <a:lnTo>
                    <a:pt x="13782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808921" y="1636643"/>
              <a:ext cx="1378226" cy="3876260"/>
            </a:xfrm>
            <a:custGeom>
              <a:avLst/>
              <a:gdLst/>
              <a:ahLst/>
              <a:cxnLst/>
              <a:rect l="0" t="0" r="0" b="0"/>
              <a:pathLst>
                <a:path w="1378226" h="3876260">
                  <a:moveTo>
                    <a:pt x="86139" y="3876260"/>
                  </a:moveTo>
                  <a:cubicBezTo>
                    <a:pt x="38565" y="3876260"/>
                    <a:pt x="0" y="3837694"/>
                    <a:pt x="0" y="3790121"/>
                  </a:cubicBezTo>
                  <a:moveTo>
                    <a:pt x="1292086" y="3876260"/>
                  </a:moveTo>
                  <a:lnTo>
                    <a:pt x="86139" y="3876260"/>
                  </a:lnTo>
                  <a:moveTo>
                    <a:pt x="1378226" y="3790121"/>
                  </a:moveTo>
                  <a:cubicBezTo>
                    <a:pt x="1378226" y="3837694"/>
                    <a:pt x="1339660" y="3876260"/>
                    <a:pt x="1292086" y="3876260"/>
                  </a:cubicBezTo>
                  <a:moveTo>
                    <a:pt x="1378226" y="0"/>
                  </a:moveTo>
                  <a:lnTo>
                    <a:pt x="1378226" y="3790121"/>
                  </a:lnTo>
                  <a:moveTo>
                    <a:pt x="0" y="3790121"/>
                  </a:moveTo>
                  <a:lnTo>
                    <a:pt x="0" y="0"/>
                  </a:lnTo>
                  <a:moveTo>
                    <a:pt x="1378226" y="0"/>
                  </a:moveTo>
                  <a:lnTo>
                    <a:pt x="0" y="0"/>
                  </a:lnTo>
                </a:path>
              </a:pathLst>
            </a:custGeom>
            <a:noFill/>
            <a:ln w="1076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884106" y="2205107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" name="Rounded Rectangle 8"/>
          <p:cNvSpPr/>
          <p:nvPr/>
        </p:nvSpPr>
        <p:spPr>
          <a:xfrm>
            <a:off x="3884106" y="2894220"/>
            <a:ext cx="1205947" cy="430695"/>
          </a:xfrm>
          <a:custGeom>
            <a:avLst/>
            <a:gdLst/>
            <a:ahLst/>
            <a:cxnLst/>
            <a:rect l="0" t="0" r="0" b="0"/>
            <a:pathLst>
              <a:path w="1205947" h="430695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344556"/>
                </a:lnTo>
                <a:moveTo>
                  <a:pt x="0" y="344556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430695"/>
                </a:moveTo>
                <a:lnTo>
                  <a:pt x="43069" y="430695"/>
                </a:lnTo>
                <a:cubicBezTo>
                  <a:pt x="19282" y="430695"/>
                  <a:pt x="0" y="411412"/>
                  <a:pt x="0" y="387626"/>
                </a:cubicBezTo>
                <a:lnTo>
                  <a:pt x="0" y="344556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430695"/>
                </a:moveTo>
                <a:lnTo>
                  <a:pt x="86139" y="430695"/>
                </a:lnTo>
                <a:moveTo>
                  <a:pt x="1205947" y="344556"/>
                </a:moveTo>
                <a:lnTo>
                  <a:pt x="1205947" y="387626"/>
                </a:lnTo>
                <a:cubicBezTo>
                  <a:pt x="1205947" y="411412"/>
                  <a:pt x="1186664" y="430695"/>
                  <a:pt x="1162878" y="430695"/>
                </a:cubicBezTo>
                <a:lnTo>
                  <a:pt x="1119808" y="430695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Rounded Rectangle 9"/>
          <p:cNvSpPr/>
          <p:nvPr/>
        </p:nvSpPr>
        <p:spPr>
          <a:xfrm>
            <a:off x="3884106" y="3411055"/>
            <a:ext cx="1205947" cy="516834"/>
          </a:xfrm>
          <a:custGeom>
            <a:avLst/>
            <a:gdLst/>
            <a:ahLst/>
            <a:cxnLst/>
            <a:rect l="0" t="0" r="0" b="0"/>
            <a:pathLst>
              <a:path w="1205947" h="516834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430695"/>
                </a:lnTo>
                <a:moveTo>
                  <a:pt x="0" y="430695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516834"/>
                </a:moveTo>
                <a:lnTo>
                  <a:pt x="43069" y="516834"/>
                </a:lnTo>
                <a:cubicBezTo>
                  <a:pt x="19282" y="516834"/>
                  <a:pt x="0" y="497551"/>
                  <a:pt x="0" y="473765"/>
                </a:cubicBezTo>
                <a:lnTo>
                  <a:pt x="0" y="430695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516834"/>
                </a:moveTo>
                <a:lnTo>
                  <a:pt x="86139" y="516834"/>
                </a:lnTo>
                <a:moveTo>
                  <a:pt x="1205947" y="430695"/>
                </a:moveTo>
                <a:lnTo>
                  <a:pt x="1205947" y="473765"/>
                </a:lnTo>
                <a:cubicBezTo>
                  <a:pt x="1205947" y="497551"/>
                  <a:pt x="1186664" y="516834"/>
                  <a:pt x="1162878" y="516834"/>
                </a:cubicBezTo>
                <a:lnTo>
                  <a:pt x="1119808" y="516834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3884106" y="4014029"/>
            <a:ext cx="1205947" cy="516834"/>
          </a:xfrm>
          <a:custGeom>
            <a:avLst/>
            <a:gdLst/>
            <a:ahLst/>
            <a:cxnLst/>
            <a:rect l="0" t="0" r="0" b="0"/>
            <a:pathLst>
              <a:path w="1205947" h="516834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430695"/>
                </a:lnTo>
                <a:moveTo>
                  <a:pt x="0" y="430695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516834"/>
                </a:moveTo>
                <a:lnTo>
                  <a:pt x="43069" y="516834"/>
                </a:lnTo>
                <a:cubicBezTo>
                  <a:pt x="19282" y="516834"/>
                  <a:pt x="0" y="497551"/>
                  <a:pt x="0" y="473765"/>
                </a:cubicBezTo>
                <a:lnTo>
                  <a:pt x="0" y="430695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516834"/>
                </a:moveTo>
                <a:lnTo>
                  <a:pt x="86139" y="516834"/>
                </a:lnTo>
                <a:moveTo>
                  <a:pt x="1205947" y="430695"/>
                </a:moveTo>
                <a:lnTo>
                  <a:pt x="1205947" y="473765"/>
                </a:lnTo>
                <a:cubicBezTo>
                  <a:pt x="1205947" y="497551"/>
                  <a:pt x="1186664" y="516834"/>
                  <a:pt x="1162878" y="516834"/>
                </a:cubicBezTo>
                <a:lnTo>
                  <a:pt x="1119808" y="516834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/>
          <p:cNvSpPr/>
          <p:nvPr/>
        </p:nvSpPr>
        <p:spPr>
          <a:xfrm>
            <a:off x="3884106" y="4617003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ounded Rectangle 12"/>
          <p:cNvSpPr/>
          <p:nvPr/>
        </p:nvSpPr>
        <p:spPr>
          <a:xfrm>
            <a:off x="3884106" y="5306116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grpSp>
        <p:nvGrpSpPr>
          <p:cNvPr id="16" name="Group 15"/>
          <p:cNvGrpSpPr/>
          <p:nvPr/>
        </p:nvGrpSpPr>
        <p:grpSpPr>
          <a:xfrm>
            <a:off x="5348472" y="1257577"/>
            <a:ext cx="1378226" cy="861391"/>
            <a:chOff x="3359426" y="775252"/>
            <a:chExt cx="1378226" cy="861391"/>
          </a:xfrm>
        </p:grpSpPr>
        <p:sp>
          <p:nvSpPr>
            <p:cNvPr id="14" name="Rounded Rectangle 13"/>
            <p:cNvSpPr/>
            <p:nvPr/>
          </p:nvSpPr>
          <p:spPr>
            <a:xfrm>
              <a:off x="3359426" y="775252"/>
              <a:ext cx="1378226" cy="861391"/>
            </a:xfrm>
            <a:custGeom>
              <a:avLst/>
              <a:gdLst/>
              <a:ahLst/>
              <a:cxnLst/>
              <a:rect l="0" t="0" r="0" b="0"/>
              <a:pathLst>
                <a:path w="1378226" h="861391">
                  <a:moveTo>
                    <a:pt x="86139" y="86139"/>
                  </a:moveTo>
                  <a:lnTo>
                    <a:pt x="0" y="86139"/>
                  </a:lnTo>
                  <a:cubicBezTo>
                    <a:pt x="0" y="38731"/>
                    <a:pt x="38731" y="0"/>
                    <a:pt x="86139" y="0"/>
                  </a:cubicBezTo>
                  <a:close/>
                  <a:moveTo>
                    <a:pt x="1292086" y="0"/>
                  </a:moveTo>
                  <a:lnTo>
                    <a:pt x="1292086" y="86139"/>
                  </a:lnTo>
                  <a:lnTo>
                    <a:pt x="86139" y="86139"/>
                  </a:lnTo>
                  <a:lnTo>
                    <a:pt x="86139" y="0"/>
                  </a:lnTo>
                  <a:close/>
                  <a:moveTo>
                    <a:pt x="1378226" y="86139"/>
                  </a:moveTo>
                  <a:lnTo>
                    <a:pt x="1292086" y="86139"/>
                  </a:lnTo>
                  <a:lnTo>
                    <a:pt x="1292086" y="0"/>
                  </a:lnTo>
                  <a:cubicBezTo>
                    <a:pt x="1339576" y="0"/>
                    <a:pt x="1378226" y="38649"/>
                    <a:pt x="1378226" y="86139"/>
                  </a:cubicBezTo>
                  <a:close/>
                  <a:moveTo>
                    <a:pt x="1378226" y="861391"/>
                  </a:moveTo>
                  <a:lnTo>
                    <a:pt x="0" y="861391"/>
                  </a:lnTo>
                  <a:lnTo>
                    <a:pt x="0" y="86139"/>
                  </a:lnTo>
                  <a:lnTo>
                    <a:pt x="1378226" y="86139"/>
                  </a:ln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359426" y="775252"/>
              <a:ext cx="1378226" cy="861391"/>
            </a:xfrm>
            <a:custGeom>
              <a:avLst/>
              <a:gdLst/>
              <a:ahLst/>
              <a:cxnLst/>
              <a:rect l="0" t="0" r="0" b="0"/>
              <a:pathLst>
                <a:path w="1378226" h="861391">
                  <a:moveTo>
                    <a:pt x="0" y="86139"/>
                  </a:moveTo>
                  <a:cubicBezTo>
                    <a:pt x="0" y="38568"/>
                    <a:pt x="38568" y="0"/>
                    <a:pt x="86139" y="0"/>
                  </a:cubicBezTo>
                  <a:moveTo>
                    <a:pt x="1378226" y="861391"/>
                  </a:moveTo>
                  <a:lnTo>
                    <a:pt x="1378226" y="86139"/>
                  </a:lnTo>
                  <a:moveTo>
                    <a:pt x="0" y="86139"/>
                  </a:moveTo>
                  <a:lnTo>
                    <a:pt x="0" y="861391"/>
                  </a:lnTo>
                  <a:moveTo>
                    <a:pt x="86139" y="0"/>
                  </a:moveTo>
                  <a:lnTo>
                    <a:pt x="1292086" y="0"/>
                  </a:lnTo>
                  <a:moveTo>
                    <a:pt x="1292086" y="0"/>
                  </a:moveTo>
                  <a:cubicBezTo>
                    <a:pt x="1339588" y="0"/>
                    <a:pt x="1378226" y="38637"/>
                    <a:pt x="1378226" y="86139"/>
                  </a:cubicBezTo>
                </a:path>
              </a:pathLst>
            </a:custGeom>
            <a:noFill/>
            <a:ln w="1076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48472" y="2118968"/>
            <a:ext cx="1378226" cy="3876260"/>
            <a:chOff x="3359426" y="1636643"/>
            <a:chExt cx="1378226" cy="3876260"/>
          </a:xfrm>
        </p:grpSpPr>
        <p:sp>
          <p:nvSpPr>
            <p:cNvPr id="17" name="Rounded Rectangle 16"/>
            <p:cNvSpPr/>
            <p:nvPr/>
          </p:nvSpPr>
          <p:spPr>
            <a:xfrm>
              <a:off x="3359426" y="1636643"/>
              <a:ext cx="1378226" cy="3876260"/>
            </a:xfrm>
            <a:custGeom>
              <a:avLst/>
              <a:gdLst/>
              <a:ahLst/>
              <a:cxnLst/>
              <a:rect l="0" t="0" r="0" b="0"/>
              <a:pathLst>
                <a:path w="1378226" h="3876260">
                  <a:moveTo>
                    <a:pt x="0" y="3790121"/>
                  </a:moveTo>
                  <a:lnTo>
                    <a:pt x="86139" y="3790121"/>
                  </a:lnTo>
                  <a:lnTo>
                    <a:pt x="86139" y="3876260"/>
                  </a:lnTo>
                  <a:cubicBezTo>
                    <a:pt x="38565" y="3876260"/>
                    <a:pt x="0" y="3837694"/>
                    <a:pt x="0" y="3790121"/>
                  </a:cubicBezTo>
                  <a:close/>
                  <a:moveTo>
                    <a:pt x="86139" y="3876260"/>
                  </a:moveTo>
                  <a:lnTo>
                    <a:pt x="86139" y="3790121"/>
                  </a:lnTo>
                  <a:lnTo>
                    <a:pt x="1292086" y="3790121"/>
                  </a:lnTo>
                  <a:lnTo>
                    <a:pt x="1292086" y="3876260"/>
                  </a:lnTo>
                  <a:close/>
                  <a:moveTo>
                    <a:pt x="1378226" y="3790121"/>
                  </a:moveTo>
                  <a:cubicBezTo>
                    <a:pt x="1378226" y="3837694"/>
                    <a:pt x="1339660" y="3876260"/>
                    <a:pt x="1292086" y="3876260"/>
                  </a:cubicBezTo>
                  <a:lnTo>
                    <a:pt x="1292086" y="3790121"/>
                  </a:lnTo>
                  <a:close/>
                  <a:moveTo>
                    <a:pt x="1378226" y="3790121"/>
                  </a:moveTo>
                  <a:lnTo>
                    <a:pt x="0" y="3790121"/>
                  </a:lnTo>
                  <a:lnTo>
                    <a:pt x="0" y="0"/>
                  </a:lnTo>
                  <a:lnTo>
                    <a:pt x="13782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359426" y="1636643"/>
              <a:ext cx="1378226" cy="3876260"/>
            </a:xfrm>
            <a:custGeom>
              <a:avLst/>
              <a:gdLst/>
              <a:ahLst/>
              <a:cxnLst/>
              <a:rect l="0" t="0" r="0" b="0"/>
              <a:pathLst>
                <a:path w="1378226" h="3876260">
                  <a:moveTo>
                    <a:pt x="86139" y="3876260"/>
                  </a:moveTo>
                  <a:cubicBezTo>
                    <a:pt x="38565" y="3876260"/>
                    <a:pt x="0" y="3837694"/>
                    <a:pt x="0" y="3790121"/>
                  </a:cubicBezTo>
                  <a:moveTo>
                    <a:pt x="1292086" y="3876260"/>
                  </a:moveTo>
                  <a:lnTo>
                    <a:pt x="86139" y="3876260"/>
                  </a:lnTo>
                  <a:moveTo>
                    <a:pt x="1378226" y="3790121"/>
                  </a:moveTo>
                  <a:cubicBezTo>
                    <a:pt x="1378226" y="3837694"/>
                    <a:pt x="1339660" y="3876260"/>
                    <a:pt x="1292086" y="3876260"/>
                  </a:cubicBezTo>
                  <a:moveTo>
                    <a:pt x="1378226" y="0"/>
                  </a:moveTo>
                  <a:lnTo>
                    <a:pt x="1378226" y="3790121"/>
                  </a:lnTo>
                  <a:moveTo>
                    <a:pt x="0" y="3790121"/>
                  </a:moveTo>
                  <a:lnTo>
                    <a:pt x="0" y="0"/>
                  </a:lnTo>
                  <a:moveTo>
                    <a:pt x="1378226" y="0"/>
                  </a:moveTo>
                  <a:lnTo>
                    <a:pt x="0" y="0"/>
                  </a:lnTo>
                </a:path>
              </a:pathLst>
            </a:custGeom>
            <a:noFill/>
            <a:ln w="1076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5434611" y="2205107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/>
          <p:cNvSpPr/>
          <p:nvPr/>
        </p:nvSpPr>
        <p:spPr>
          <a:xfrm>
            <a:off x="5434611" y="2894220"/>
            <a:ext cx="1205947" cy="430695"/>
          </a:xfrm>
          <a:custGeom>
            <a:avLst/>
            <a:gdLst/>
            <a:ahLst/>
            <a:cxnLst/>
            <a:rect l="0" t="0" r="0" b="0"/>
            <a:pathLst>
              <a:path w="1205947" h="430695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344556"/>
                </a:lnTo>
                <a:moveTo>
                  <a:pt x="0" y="344556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430695"/>
                </a:moveTo>
                <a:lnTo>
                  <a:pt x="43069" y="430695"/>
                </a:lnTo>
                <a:cubicBezTo>
                  <a:pt x="19282" y="430695"/>
                  <a:pt x="0" y="411412"/>
                  <a:pt x="0" y="387626"/>
                </a:cubicBezTo>
                <a:lnTo>
                  <a:pt x="0" y="344556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430695"/>
                </a:moveTo>
                <a:lnTo>
                  <a:pt x="86139" y="430695"/>
                </a:lnTo>
                <a:moveTo>
                  <a:pt x="1205947" y="344556"/>
                </a:moveTo>
                <a:lnTo>
                  <a:pt x="1205947" y="387626"/>
                </a:lnTo>
                <a:cubicBezTo>
                  <a:pt x="1205947" y="411412"/>
                  <a:pt x="1186664" y="430695"/>
                  <a:pt x="1162878" y="430695"/>
                </a:cubicBezTo>
                <a:lnTo>
                  <a:pt x="1119808" y="430695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5434611" y="3411055"/>
            <a:ext cx="1205947" cy="516834"/>
          </a:xfrm>
          <a:custGeom>
            <a:avLst/>
            <a:gdLst/>
            <a:ahLst/>
            <a:cxnLst/>
            <a:rect l="0" t="0" r="0" b="0"/>
            <a:pathLst>
              <a:path w="1205947" h="516834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430695"/>
                </a:lnTo>
                <a:moveTo>
                  <a:pt x="0" y="430695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516834"/>
                </a:moveTo>
                <a:lnTo>
                  <a:pt x="43069" y="516834"/>
                </a:lnTo>
                <a:cubicBezTo>
                  <a:pt x="19282" y="516834"/>
                  <a:pt x="0" y="497551"/>
                  <a:pt x="0" y="473765"/>
                </a:cubicBezTo>
                <a:lnTo>
                  <a:pt x="0" y="430695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516834"/>
                </a:moveTo>
                <a:lnTo>
                  <a:pt x="86139" y="516834"/>
                </a:lnTo>
                <a:moveTo>
                  <a:pt x="1205947" y="430695"/>
                </a:moveTo>
                <a:lnTo>
                  <a:pt x="1205947" y="473765"/>
                </a:lnTo>
                <a:cubicBezTo>
                  <a:pt x="1205947" y="497551"/>
                  <a:pt x="1186664" y="516834"/>
                  <a:pt x="1162878" y="516834"/>
                </a:cubicBezTo>
                <a:lnTo>
                  <a:pt x="1119808" y="516834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ounded Rectangle 22"/>
          <p:cNvSpPr/>
          <p:nvPr/>
        </p:nvSpPr>
        <p:spPr>
          <a:xfrm>
            <a:off x="5434611" y="4014029"/>
            <a:ext cx="1205947" cy="516834"/>
          </a:xfrm>
          <a:custGeom>
            <a:avLst/>
            <a:gdLst/>
            <a:ahLst/>
            <a:cxnLst/>
            <a:rect l="0" t="0" r="0" b="0"/>
            <a:pathLst>
              <a:path w="1205947" h="516834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430695"/>
                </a:lnTo>
                <a:moveTo>
                  <a:pt x="0" y="430695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516834"/>
                </a:moveTo>
                <a:lnTo>
                  <a:pt x="43069" y="516834"/>
                </a:lnTo>
                <a:cubicBezTo>
                  <a:pt x="19282" y="516834"/>
                  <a:pt x="0" y="497551"/>
                  <a:pt x="0" y="473765"/>
                </a:cubicBezTo>
                <a:lnTo>
                  <a:pt x="0" y="430695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516834"/>
                </a:moveTo>
                <a:lnTo>
                  <a:pt x="86139" y="516834"/>
                </a:lnTo>
                <a:moveTo>
                  <a:pt x="1205947" y="430695"/>
                </a:moveTo>
                <a:lnTo>
                  <a:pt x="1205947" y="473765"/>
                </a:lnTo>
                <a:cubicBezTo>
                  <a:pt x="1205947" y="497551"/>
                  <a:pt x="1186664" y="516834"/>
                  <a:pt x="1162878" y="516834"/>
                </a:cubicBezTo>
                <a:lnTo>
                  <a:pt x="1119808" y="516834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5434611" y="4617003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Rounded Rectangle 24"/>
          <p:cNvSpPr/>
          <p:nvPr/>
        </p:nvSpPr>
        <p:spPr>
          <a:xfrm>
            <a:off x="5434611" y="5306116"/>
            <a:ext cx="1205947" cy="602973"/>
          </a:xfrm>
          <a:custGeom>
            <a:avLst/>
            <a:gdLst/>
            <a:ahLst/>
            <a:cxnLst/>
            <a:rect l="0" t="0" r="0" b="0"/>
            <a:pathLst>
              <a:path w="1205947" h="602973">
                <a:moveTo>
                  <a:pt x="0" y="86139"/>
                </a:moveTo>
                <a:lnTo>
                  <a:pt x="0" y="43069"/>
                </a:lnTo>
                <a:cubicBezTo>
                  <a:pt x="0" y="19282"/>
                  <a:pt x="19282" y="0"/>
                  <a:pt x="43069" y="0"/>
                </a:cubicBezTo>
                <a:lnTo>
                  <a:pt x="86139" y="0"/>
                </a:lnTo>
                <a:moveTo>
                  <a:pt x="1205947" y="86139"/>
                </a:moveTo>
                <a:lnTo>
                  <a:pt x="1205947" y="516834"/>
                </a:lnTo>
                <a:moveTo>
                  <a:pt x="0" y="516834"/>
                </a:moveTo>
                <a:lnTo>
                  <a:pt x="0" y="86139"/>
                </a:lnTo>
                <a:moveTo>
                  <a:pt x="86139" y="0"/>
                </a:moveTo>
                <a:lnTo>
                  <a:pt x="1119808" y="0"/>
                </a:lnTo>
                <a:moveTo>
                  <a:pt x="86139" y="602973"/>
                </a:moveTo>
                <a:lnTo>
                  <a:pt x="43069" y="602973"/>
                </a:lnTo>
                <a:cubicBezTo>
                  <a:pt x="19282" y="602973"/>
                  <a:pt x="0" y="583690"/>
                  <a:pt x="0" y="559904"/>
                </a:cubicBezTo>
                <a:lnTo>
                  <a:pt x="0" y="516834"/>
                </a:lnTo>
                <a:moveTo>
                  <a:pt x="1119808" y="0"/>
                </a:moveTo>
                <a:lnTo>
                  <a:pt x="1162878" y="0"/>
                </a:lnTo>
                <a:cubicBezTo>
                  <a:pt x="1186664" y="0"/>
                  <a:pt x="1205947" y="19282"/>
                  <a:pt x="1205947" y="43069"/>
                </a:cubicBezTo>
                <a:lnTo>
                  <a:pt x="1205947" y="86139"/>
                </a:lnTo>
                <a:moveTo>
                  <a:pt x="1119808" y="602973"/>
                </a:moveTo>
                <a:lnTo>
                  <a:pt x="86139" y="602973"/>
                </a:lnTo>
                <a:moveTo>
                  <a:pt x="1205947" y="516834"/>
                </a:moveTo>
                <a:lnTo>
                  <a:pt x="1205947" y="559904"/>
                </a:lnTo>
                <a:cubicBezTo>
                  <a:pt x="1205947" y="583690"/>
                  <a:pt x="1186664" y="602973"/>
                  <a:pt x="1162878" y="602973"/>
                </a:cubicBezTo>
                <a:lnTo>
                  <a:pt x="1119808" y="602973"/>
                </a:lnTo>
              </a:path>
            </a:pathLst>
          </a:custGeom>
          <a:noFill/>
          <a:ln w="1076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4061993" y="2987538"/>
            <a:ext cx="97507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Use LLMs to
interpret 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4165" y="3034196"/>
            <a:ext cx="100982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LLM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8531" y="2987538"/>
            <a:ext cx="1222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Bug ticket escalates
via </a:t>
            </a:r>
            <a:r>
              <a:rPr lang="en-US" sz="1200" b="0" dirty="0">
                <a:solidFill>
                  <a:srgbClr val="FFFFFF"/>
                </a:solidFill>
              </a:rPr>
              <a:t>Teams</a:t>
            </a:r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6048" y="3507961"/>
            <a:ext cx="63004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Reusable
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5420" y="2235153"/>
            <a:ext cx="108087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Extract JIRA data,
generate SQL,
execute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9171" y="3547442"/>
            <a:ext cx="118205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Save workflows for
repeated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5456" y="2384564"/>
            <a:ext cx="1172500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Chain actions from
different servers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7795" y="3547442"/>
            <a:ext cx="106279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Export/import as
JSON/YAML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52330" y="4110935"/>
            <a:ext cx="63940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Logic and
Branching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7384" y="4150416"/>
            <a:ext cx="101944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Support IF/ELSE,
loops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9199" y="4137185"/>
            <a:ext cx="115647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Parallel execution
and error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6143" y="2345083"/>
            <a:ext cx="70846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Multi-tool
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9338" y="4796459"/>
            <a:ext cx="90967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Drag-and-drop
canvas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7447" y="1871318"/>
            <a:ext cx="54258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7795" y="4642732"/>
            <a:ext cx="1012906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Textual scripting
interface for
advanced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1155" y="4843118"/>
            <a:ext cx="69089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UI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59976" y="1871318"/>
            <a:ext cx="73359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4329" y="5370374"/>
            <a:ext cx="1068819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Scheduled/</a:t>
            </a:r>
            <a:r>
              <a:rPr sz="1200" b="0" dirty="0" err="1">
                <a:solidFill>
                  <a:srgbClr val="FFFFFF"/>
                </a:solidFill>
              </a:rPr>
              <a:t>cron</a:t>
            </a:r>
            <a:r>
              <a:rPr sz="1200" b="0" dirty="0">
                <a:solidFill>
                  <a:srgbClr val="FFFFFF"/>
                </a:solidFill>
              </a:rPr>
              <a:t>-
based and event-
driven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45571" y="5532231"/>
            <a:ext cx="109921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484848"/>
                </a:solidFill>
              </a:rPr>
              <a:t>Execution Modes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08404" y="5550177"/>
            <a:ext cx="92345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Manual trigger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018" y="408275"/>
            <a:ext cx="384496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MCP Server Capabilities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84026" y="1456816"/>
            <a:ext cx="307117" cy="310586"/>
          </a:xfrm>
          <a:custGeom>
            <a:avLst/>
            <a:gdLst/>
            <a:ahLst/>
            <a:cxnLst/>
            <a:rect l="0" t="0" r="0" b="0"/>
            <a:pathLst>
              <a:path w="307117" h="310586">
                <a:moveTo>
                  <a:pt x="305062" y="297223"/>
                </a:moveTo>
                <a:cubicBezTo>
                  <a:pt x="306992" y="299904"/>
                  <a:pt x="307117" y="303482"/>
                  <a:pt x="305379" y="306291"/>
                </a:cubicBezTo>
                <a:cubicBezTo>
                  <a:pt x="303642" y="309100"/>
                  <a:pt x="300383" y="310586"/>
                  <a:pt x="297123" y="310057"/>
                </a:cubicBezTo>
                <a:lnTo>
                  <a:pt x="9993" y="310057"/>
                </a:lnTo>
                <a:cubicBezTo>
                  <a:pt x="6733" y="310586"/>
                  <a:pt x="3474" y="309100"/>
                  <a:pt x="1737" y="306291"/>
                </a:cubicBezTo>
                <a:cubicBezTo>
                  <a:pt x="0" y="303482"/>
                  <a:pt x="124" y="299903"/>
                  <a:pt x="2054" y="297223"/>
                </a:cubicBezTo>
                <a:lnTo>
                  <a:pt x="147141" y="7063"/>
                </a:lnTo>
                <a:cubicBezTo>
                  <a:pt x="150672" y="0"/>
                  <a:pt x="156444" y="0"/>
                  <a:pt x="159975" y="7063"/>
                </a:cubicBezTo>
                <a:close/>
                <a:moveTo>
                  <a:pt x="153558" y="116302"/>
                </a:moveTo>
                <a:lnTo>
                  <a:pt x="153558" y="216797"/>
                </a:lnTo>
                <a:moveTo>
                  <a:pt x="153429" y="245510"/>
                </a:moveTo>
                <a:cubicBezTo>
                  <a:pt x="152482" y="245529"/>
                  <a:pt x="151582" y="245927"/>
                  <a:pt x="150931" y="246616"/>
                </a:cubicBezTo>
                <a:cubicBezTo>
                  <a:pt x="150281" y="247304"/>
                  <a:pt x="149934" y="248225"/>
                  <a:pt x="149969" y="249171"/>
                </a:cubicBezTo>
                <a:cubicBezTo>
                  <a:pt x="150046" y="251131"/>
                  <a:pt x="151654" y="252682"/>
                  <a:pt x="153615" y="252689"/>
                </a:cubicBezTo>
                <a:lnTo>
                  <a:pt x="153687" y="252689"/>
                </a:lnTo>
                <a:cubicBezTo>
                  <a:pt x="154634" y="252670"/>
                  <a:pt x="155534" y="252272"/>
                  <a:pt x="156185" y="251583"/>
                </a:cubicBezTo>
                <a:cubicBezTo>
                  <a:pt x="156835" y="250895"/>
                  <a:pt x="157182" y="249974"/>
                  <a:pt x="157147" y="249028"/>
                </a:cubicBezTo>
                <a:cubicBezTo>
                  <a:pt x="157071" y="247090"/>
                  <a:pt x="155497" y="245547"/>
                  <a:pt x="153558" y="245510"/>
                </a:cubicBezTo>
                <a:lnTo>
                  <a:pt x="153486" y="245510"/>
                </a:lnTo>
              </a:path>
            </a:pathLst>
          </a:custGeom>
          <a:noFill/>
          <a:ln w="107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ounded Rectangle 47"/>
          <p:cNvSpPr/>
          <p:nvPr/>
        </p:nvSpPr>
        <p:spPr>
          <a:xfrm>
            <a:off x="4329159" y="1444211"/>
            <a:ext cx="315843" cy="315843"/>
          </a:xfrm>
          <a:custGeom>
            <a:avLst/>
            <a:gdLst/>
            <a:ahLst/>
            <a:cxnLst/>
            <a:rect l="0" t="0" r="0" b="0"/>
            <a:pathLst>
              <a:path w="315843" h="315843">
                <a:moveTo>
                  <a:pt x="157921" y="0"/>
                </a:moveTo>
                <a:lnTo>
                  <a:pt x="157921" y="315843"/>
                </a:lnTo>
                <a:moveTo>
                  <a:pt x="0" y="157921"/>
                </a:moveTo>
                <a:lnTo>
                  <a:pt x="315843" y="157921"/>
                </a:lnTo>
              </a:path>
            </a:pathLst>
          </a:custGeom>
          <a:noFill/>
          <a:ln w="1076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412048" y="351463"/>
            <a:ext cx="2278351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Orchestrator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E9D38B-8646-2761-2AEA-C2ED97CB42F0}"/>
              </a:ext>
            </a:extLst>
          </p:cNvPr>
          <p:cNvSpPr txBox="1"/>
          <p:nvPr/>
        </p:nvSpPr>
        <p:spPr>
          <a:xfrm>
            <a:off x="1551223" y="2181327"/>
            <a:ext cx="5287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dirty="0"/>
              <a:t>A user-friendly </a:t>
            </a:r>
            <a:r>
              <a:rPr lang="en-IN" b="1" dirty="0"/>
              <a:t>chat interface</a:t>
            </a:r>
            <a:r>
              <a:rPr lang="en-IN" dirty="0"/>
              <a:t> that lets users talk to individual MCP servers or coordinate across them interactively.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CC05B-0B19-7C14-0CC2-C8FD3096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FAC57F9-C008-9450-B1CC-74EF87E3779F}"/>
              </a:ext>
            </a:extLst>
          </p:cNvPr>
          <p:cNvGrpSpPr/>
          <p:nvPr/>
        </p:nvGrpSpPr>
        <p:grpSpPr>
          <a:xfrm>
            <a:off x="3392302" y="2317736"/>
            <a:ext cx="2122714" cy="2072167"/>
            <a:chOff x="2458810" y="1913604"/>
            <a:chExt cx="2122714" cy="2072167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4DF3941-2257-28AB-7F66-1EE423379651}"/>
                </a:ext>
              </a:extLst>
            </p:cNvPr>
            <p:cNvSpPr/>
            <p:nvPr/>
          </p:nvSpPr>
          <p:spPr>
            <a:xfrm>
              <a:off x="2458810" y="1913604"/>
              <a:ext cx="2122714" cy="2072167"/>
            </a:xfrm>
            <a:custGeom>
              <a:avLst/>
              <a:gdLst/>
              <a:ahLst/>
              <a:cxnLst/>
              <a:rect l="0" t="0" r="0" b="0"/>
              <a:pathLst>
                <a:path w="2122714" h="2072167">
                  <a:moveTo>
                    <a:pt x="1385946" y="2072167"/>
                  </a:moveTo>
                  <a:cubicBezTo>
                    <a:pt x="1375598" y="2059059"/>
                    <a:pt x="1364498" y="2046570"/>
                    <a:pt x="1352708" y="2034780"/>
                  </a:cubicBezTo>
                  <a:lnTo>
                    <a:pt x="1052512" y="1734584"/>
                  </a:lnTo>
                  <a:lnTo>
                    <a:pt x="752315" y="2034789"/>
                  </a:lnTo>
                  <a:cubicBezTo>
                    <a:pt x="741912" y="2045190"/>
                    <a:pt x="732047" y="2056131"/>
                    <a:pt x="722764" y="2067559"/>
                  </a:cubicBezTo>
                  <a:cubicBezTo>
                    <a:pt x="495325" y="1991052"/>
                    <a:pt x="302326" y="1839597"/>
                    <a:pt x="173130" y="1642556"/>
                  </a:cubicBezTo>
                  <a:lnTo>
                    <a:pt x="354171" y="1287240"/>
                  </a:lnTo>
                  <a:lnTo>
                    <a:pt x="975" y="1107278"/>
                  </a:lnTo>
                  <a:cubicBezTo>
                    <a:pt x="327" y="1092056"/>
                    <a:pt x="0" y="1076746"/>
                    <a:pt x="0" y="1061357"/>
                  </a:cubicBezTo>
                  <a:cubicBezTo>
                    <a:pt x="0" y="813516"/>
                    <a:pt x="84948" y="585518"/>
                    <a:pt x="227317" y="404888"/>
                  </a:cubicBezTo>
                  <a:lnTo>
                    <a:pt x="618653" y="466872"/>
                  </a:lnTo>
                  <a:lnTo>
                    <a:pt x="681512" y="69992"/>
                  </a:lnTo>
                  <a:cubicBezTo>
                    <a:pt x="799450" y="24775"/>
                    <a:pt x="927511" y="0"/>
                    <a:pt x="1061357" y="0"/>
                  </a:cubicBezTo>
                  <a:cubicBezTo>
                    <a:pt x="1187349" y="0"/>
                    <a:pt x="1308211" y="21953"/>
                    <a:pt x="1420334" y="62244"/>
                  </a:cubicBezTo>
                  <a:lnTo>
                    <a:pt x="1484422" y="466872"/>
                  </a:lnTo>
                  <a:lnTo>
                    <a:pt x="1893213" y="402123"/>
                  </a:lnTo>
                  <a:cubicBezTo>
                    <a:pt x="2036894" y="583189"/>
                    <a:pt x="2122714" y="812251"/>
                    <a:pt x="2122714" y="1061357"/>
                  </a:cubicBezTo>
                  <a:cubicBezTo>
                    <a:pt x="2122714" y="1079603"/>
                    <a:pt x="2122254" y="1097744"/>
                    <a:pt x="2121343" y="1115769"/>
                  </a:cubicBezTo>
                  <a:lnTo>
                    <a:pt x="1767451" y="1296085"/>
                  </a:lnTo>
                  <a:lnTo>
                    <a:pt x="1946422" y="1647341"/>
                  </a:lnTo>
                  <a:cubicBezTo>
                    <a:pt x="1814584" y="1846071"/>
                    <a:pt x="1617605" y="1997827"/>
                    <a:pt x="1385946" y="2072167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550C834-C0D3-3F4E-5988-E4BF2514D71C}"/>
                </a:ext>
              </a:extLst>
            </p:cNvPr>
            <p:cNvSpPr/>
            <p:nvPr/>
          </p:nvSpPr>
          <p:spPr>
            <a:xfrm>
              <a:off x="2458810" y="1913604"/>
              <a:ext cx="2122714" cy="2072162"/>
            </a:xfrm>
            <a:custGeom>
              <a:avLst/>
              <a:gdLst/>
              <a:ahLst/>
              <a:cxnLst/>
              <a:rect l="0" t="0" r="0" b="0"/>
              <a:pathLst>
                <a:path w="2122714" h="2072162">
                  <a:moveTo>
                    <a:pt x="722764" y="2067560"/>
                  </a:moveTo>
                  <a:cubicBezTo>
                    <a:pt x="495325" y="1991056"/>
                    <a:pt x="302326" y="1839599"/>
                    <a:pt x="173130" y="1642552"/>
                  </a:cubicBezTo>
                  <a:moveTo>
                    <a:pt x="975" y="1107282"/>
                  </a:moveTo>
                  <a:cubicBezTo>
                    <a:pt x="327" y="1092054"/>
                    <a:pt x="0" y="1076744"/>
                    <a:pt x="0" y="1061357"/>
                  </a:cubicBezTo>
                  <a:cubicBezTo>
                    <a:pt x="0" y="813516"/>
                    <a:pt x="84948" y="585518"/>
                    <a:pt x="227317" y="404888"/>
                  </a:cubicBezTo>
                  <a:moveTo>
                    <a:pt x="681512" y="69992"/>
                  </a:moveTo>
                  <a:cubicBezTo>
                    <a:pt x="799450" y="24775"/>
                    <a:pt x="927510" y="0"/>
                    <a:pt x="1061357" y="0"/>
                  </a:cubicBezTo>
                  <a:cubicBezTo>
                    <a:pt x="1187349" y="0"/>
                    <a:pt x="1308215" y="21953"/>
                    <a:pt x="1420336" y="62244"/>
                  </a:cubicBezTo>
                  <a:moveTo>
                    <a:pt x="1893209" y="402123"/>
                  </a:moveTo>
                  <a:cubicBezTo>
                    <a:pt x="2036895" y="583189"/>
                    <a:pt x="2122714" y="812251"/>
                    <a:pt x="2122714" y="1061357"/>
                  </a:cubicBezTo>
                  <a:cubicBezTo>
                    <a:pt x="2122714" y="1079606"/>
                    <a:pt x="2122253" y="1097747"/>
                    <a:pt x="2121343" y="1115771"/>
                  </a:cubicBezTo>
                  <a:moveTo>
                    <a:pt x="1946425" y="1647342"/>
                  </a:moveTo>
                  <a:cubicBezTo>
                    <a:pt x="1814587" y="1846070"/>
                    <a:pt x="1617606" y="1997831"/>
                    <a:pt x="1385944" y="2072162"/>
                  </a:cubicBezTo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7BA2F94-CFB6-9E6B-30B9-2FD2415809B7}"/>
              </a:ext>
            </a:extLst>
          </p:cNvPr>
          <p:cNvGrpSpPr/>
          <p:nvPr/>
        </p:nvGrpSpPr>
        <p:grpSpPr>
          <a:xfrm>
            <a:off x="3167929" y="1817597"/>
            <a:ext cx="917592" cy="967014"/>
            <a:chOff x="2234437" y="1413465"/>
            <a:chExt cx="917592" cy="96701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E6B640F-5B50-5332-B2DE-7228427630B2}"/>
                </a:ext>
              </a:extLst>
            </p:cNvPr>
            <p:cNvSpPr/>
            <p:nvPr/>
          </p:nvSpPr>
          <p:spPr>
            <a:xfrm>
              <a:off x="2234437" y="1413465"/>
              <a:ext cx="917592" cy="967014"/>
            </a:xfrm>
            <a:custGeom>
              <a:avLst/>
              <a:gdLst/>
              <a:ahLst/>
              <a:cxnLst/>
              <a:rect l="0" t="0" r="0" b="0"/>
              <a:pathLst>
                <a:path w="917592" h="967014">
                  <a:moveTo>
                    <a:pt x="900580" y="547792"/>
                  </a:moveTo>
                  <a:lnTo>
                    <a:pt x="834181" y="967014"/>
                  </a:lnTo>
                  <a:lnTo>
                    <a:pt x="414866" y="900595"/>
                  </a:lnTo>
                  <a:cubicBezTo>
                    <a:pt x="307553" y="883599"/>
                    <a:pt x="206725" y="825664"/>
                    <a:pt x="137817" y="730819"/>
                  </a:cubicBezTo>
                  <a:cubicBezTo>
                    <a:pt x="0" y="541130"/>
                    <a:pt x="42050" y="275634"/>
                    <a:pt x="231739" y="137817"/>
                  </a:cubicBezTo>
                  <a:cubicBezTo>
                    <a:pt x="421428" y="0"/>
                    <a:pt x="686924" y="42050"/>
                    <a:pt x="824741" y="231739"/>
                  </a:cubicBezTo>
                  <a:cubicBezTo>
                    <a:pt x="893651" y="326584"/>
                    <a:pt x="917592" y="440382"/>
                    <a:pt x="900595" y="547695"/>
                  </a:cubicBezTo>
                  <a:cubicBezTo>
                    <a:pt x="900589" y="547728"/>
                    <a:pt x="900584" y="547760"/>
                    <a:pt x="900580" y="547792"/>
                  </a:cubicBezTo>
                  <a:close/>
                </a:path>
              </a:pathLst>
            </a:custGeom>
            <a:solidFill>
              <a:srgbClr val="7F64E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081B953-315D-0040-C57F-CFA8FBADA04B}"/>
                </a:ext>
              </a:extLst>
            </p:cNvPr>
            <p:cNvSpPr/>
            <p:nvPr/>
          </p:nvSpPr>
          <p:spPr>
            <a:xfrm>
              <a:off x="2234437" y="1413465"/>
              <a:ext cx="917592" cy="967012"/>
            </a:xfrm>
            <a:custGeom>
              <a:avLst/>
              <a:gdLst/>
              <a:ahLst/>
              <a:cxnLst/>
              <a:rect l="0" t="0" r="0" b="0"/>
              <a:pathLst>
                <a:path w="917592" h="967012">
                  <a:moveTo>
                    <a:pt x="900580" y="547792"/>
                  </a:moveTo>
                  <a:lnTo>
                    <a:pt x="834181" y="967012"/>
                  </a:lnTo>
                  <a:lnTo>
                    <a:pt x="414866" y="900595"/>
                  </a:lnTo>
                  <a:cubicBezTo>
                    <a:pt x="307553" y="883599"/>
                    <a:pt x="206725" y="825664"/>
                    <a:pt x="137817" y="730819"/>
                  </a:cubicBezTo>
                  <a:cubicBezTo>
                    <a:pt x="0" y="541130"/>
                    <a:pt x="42050" y="275634"/>
                    <a:pt x="231739" y="137817"/>
                  </a:cubicBezTo>
                  <a:cubicBezTo>
                    <a:pt x="421428" y="0"/>
                    <a:pt x="686924" y="42050"/>
                    <a:pt x="824741" y="231739"/>
                  </a:cubicBezTo>
                  <a:cubicBezTo>
                    <a:pt x="893651" y="326584"/>
                    <a:pt x="917592" y="440382"/>
                    <a:pt x="900595" y="547695"/>
                  </a:cubicBezTo>
                  <a:cubicBezTo>
                    <a:pt x="900589" y="547728"/>
                    <a:pt x="900584" y="547760"/>
                    <a:pt x="900580" y="547792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D45F27-80DC-7C5C-1D2F-53CA3C64B737}"/>
              </a:ext>
            </a:extLst>
          </p:cNvPr>
          <p:cNvGrpSpPr/>
          <p:nvPr/>
        </p:nvGrpSpPr>
        <p:grpSpPr>
          <a:xfrm>
            <a:off x="2690399" y="3350526"/>
            <a:ext cx="1047229" cy="916213"/>
            <a:chOff x="1756907" y="2946394"/>
            <a:chExt cx="1047229" cy="91621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72E8227-97F3-D35C-6206-C5E56F21BC17}"/>
                </a:ext>
              </a:extLst>
            </p:cNvPr>
            <p:cNvSpPr/>
            <p:nvPr/>
          </p:nvSpPr>
          <p:spPr>
            <a:xfrm>
              <a:off x="1756907" y="2946394"/>
              <a:ext cx="1047229" cy="916213"/>
            </a:xfrm>
            <a:custGeom>
              <a:avLst/>
              <a:gdLst/>
              <a:ahLst/>
              <a:cxnLst/>
              <a:rect l="0" t="0" r="0" b="0"/>
              <a:pathLst>
                <a:path w="1047229" h="916213">
                  <a:moveTo>
                    <a:pt x="854491" y="632726"/>
                  </a:moveTo>
                  <a:cubicBezTo>
                    <a:pt x="805164" y="729536"/>
                    <a:pt x="718907" y="807528"/>
                    <a:pt x="607410" y="843755"/>
                  </a:cubicBezTo>
                  <a:cubicBezTo>
                    <a:pt x="384417" y="916213"/>
                    <a:pt x="144909" y="794175"/>
                    <a:pt x="72455" y="571182"/>
                  </a:cubicBezTo>
                  <a:cubicBezTo>
                    <a:pt x="0" y="348189"/>
                    <a:pt x="122035" y="108682"/>
                    <a:pt x="345027" y="36227"/>
                  </a:cubicBezTo>
                  <a:cubicBezTo>
                    <a:pt x="456524" y="0"/>
                    <a:pt x="572149" y="12394"/>
                    <a:pt x="668957" y="61721"/>
                  </a:cubicBezTo>
                  <a:lnTo>
                    <a:pt x="1047229" y="254455"/>
                  </a:lnTo>
                  <a:lnTo>
                    <a:pt x="854535" y="632639"/>
                  </a:lnTo>
                  <a:cubicBezTo>
                    <a:pt x="854520" y="632668"/>
                    <a:pt x="854505" y="632697"/>
                    <a:pt x="854491" y="632726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A45679B-7FE1-E91B-4884-DEC39ED17222}"/>
                </a:ext>
              </a:extLst>
            </p:cNvPr>
            <p:cNvSpPr/>
            <p:nvPr/>
          </p:nvSpPr>
          <p:spPr>
            <a:xfrm>
              <a:off x="1756907" y="2946394"/>
              <a:ext cx="1047229" cy="916210"/>
            </a:xfrm>
            <a:custGeom>
              <a:avLst/>
              <a:gdLst/>
              <a:ahLst/>
              <a:cxnLst/>
              <a:rect l="0" t="0" r="0" b="0"/>
              <a:pathLst>
                <a:path w="1047229" h="916210">
                  <a:moveTo>
                    <a:pt x="854491" y="632726"/>
                  </a:moveTo>
                  <a:cubicBezTo>
                    <a:pt x="805164" y="729536"/>
                    <a:pt x="718907" y="807528"/>
                    <a:pt x="607410" y="843755"/>
                  </a:cubicBezTo>
                  <a:cubicBezTo>
                    <a:pt x="384417" y="916210"/>
                    <a:pt x="144909" y="794175"/>
                    <a:pt x="72454" y="571182"/>
                  </a:cubicBezTo>
                  <a:cubicBezTo>
                    <a:pt x="0" y="348189"/>
                    <a:pt x="122034" y="108682"/>
                    <a:pt x="345027" y="36226"/>
                  </a:cubicBezTo>
                  <a:cubicBezTo>
                    <a:pt x="456524" y="0"/>
                    <a:pt x="572149" y="12394"/>
                    <a:pt x="668957" y="61720"/>
                  </a:cubicBezTo>
                  <a:lnTo>
                    <a:pt x="1047229" y="254455"/>
                  </a:lnTo>
                  <a:lnTo>
                    <a:pt x="854535" y="632639"/>
                  </a:lnTo>
                  <a:cubicBezTo>
                    <a:pt x="854520" y="632668"/>
                    <a:pt x="854505" y="632697"/>
                    <a:pt x="854491" y="632726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A01F49-F2DD-DBE6-D42B-163F05EC4BDE}"/>
              </a:ext>
            </a:extLst>
          </p:cNvPr>
          <p:cNvGrpSpPr/>
          <p:nvPr/>
        </p:nvGrpSpPr>
        <p:grpSpPr>
          <a:xfrm>
            <a:off x="4011427" y="4052322"/>
            <a:ext cx="849085" cy="1024943"/>
            <a:chOff x="3077935" y="3648190"/>
            <a:chExt cx="849085" cy="1024943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04CC5E3-1DC1-B354-282A-0D5F3E843C08}"/>
                </a:ext>
              </a:extLst>
            </p:cNvPr>
            <p:cNvSpPr/>
            <p:nvPr/>
          </p:nvSpPr>
          <p:spPr>
            <a:xfrm>
              <a:off x="3077935" y="3648190"/>
              <a:ext cx="849085" cy="1024943"/>
            </a:xfrm>
            <a:custGeom>
              <a:avLst/>
              <a:gdLst/>
              <a:ahLst/>
              <a:cxnLst/>
              <a:rect l="0" t="0" r="0" b="0"/>
              <a:pathLst>
                <a:path w="849085" h="1024943">
                  <a:moveTo>
                    <a:pt x="724737" y="300196"/>
                  </a:moveTo>
                  <a:cubicBezTo>
                    <a:pt x="801566" y="377024"/>
                    <a:pt x="849085" y="483161"/>
                    <a:pt x="849085" y="600396"/>
                  </a:cubicBezTo>
                  <a:cubicBezTo>
                    <a:pt x="849085" y="834865"/>
                    <a:pt x="659011" y="1024943"/>
                    <a:pt x="424542" y="1024943"/>
                  </a:cubicBezTo>
                  <a:cubicBezTo>
                    <a:pt x="190074" y="1024943"/>
                    <a:pt x="0" y="834865"/>
                    <a:pt x="0" y="600396"/>
                  </a:cubicBezTo>
                  <a:cubicBezTo>
                    <a:pt x="0" y="483162"/>
                    <a:pt x="47518" y="377026"/>
                    <a:pt x="124345" y="300199"/>
                  </a:cubicBezTo>
                  <a:lnTo>
                    <a:pt x="424540" y="0"/>
                  </a:lnTo>
                  <a:lnTo>
                    <a:pt x="724669" y="300127"/>
                  </a:lnTo>
                  <a:cubicBezTo>
                    <a:pt x="724691" y="300150"/>
                    <a:pt x="724714" y="300173"/>
                    <a:pt x="724737" y="300196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4A22E45-79F5-D422-BA81-7975D728547D}"/>
                </a:ext>
              </a:extLst>
            </p:cNvPr>
            <p:cNvSpPr/>
            <p:nvPr/>
          </p:nvSpPr>
          <p:spPr>
            <a:xfrm>
              <a:off x="3077935" y="3648190"/>
              <a:ext cx="849085" cy="1024939"/>
            </a:xfrm>
            <a:custGeom>
              <a:avLst/>
              <a:gdLst/>
              <a:ahLst/>
              <a:cxnLst/>
              <a:rect l="0" t="0" r="0" b="0"/>
              <a:pathLst>
                <a:path w="849085" h="1024939">
                  <a:moveTo>
                    <a:pt x="724737" y="300196"/>
                  </a:moveTo>
                  <a:cubicBezTo>
                    <a:pt x="801566" y="377024"/>
                    <a:pt x="849085" y="483161"/>
                    <a:pt x="849085" y="600396"/>
                  </a:cubicBezTo>
                  <a:cubicBezTo>
                    <a:pt x="849085" y="834865"/>
                    <a:pt x="659011" y="1024939"/>
                    <a:pt x="424542" y="1024939"/>
                  </a:cubicBezTo>
                  <a:cubicBezTo>
                    <a:pt x="190074" y="1024939"/>
                    <a:pt x="0" y="834865"/>
                    <a:pt x="0" y="600396"/>
                  </a:cubicBezTo>
                  <a:cubicBezTo>
                    <a:pt x="0" y="483162"/>
                    <a:pt x="47518" y="377026"/>
                    <a:pt x="124345" y="300199"/>
                  </a:cubicBezTo>
                  <a:lnTo>
                    <a:pt x="424540" y="0"/>
                  </a:lnTo>
                  <a:lnTo>
                    <a:pt x="724669" y="300127"/>
                  </a:lnTo>
                  <a:cubicBezTo>
                    <a:pt x="724691" y="300150"/>
                    <a:pt x="724714" y="300173"/>
                    <a:pt x="724737" y="300196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C1087B-005A-2534-4125-88F3571771A8}"/>
              </a:ext>
            </a:extLst>
          </p:cNvPr>
          <p:cNvGrpSpPr/>
          <p:nvPr/>
        </p:nvGrpSpPr>
        <p:grpSpPr>
          <a:xfrm>
            <a:off x="5150907" y="3359370"/>
            <a:ext cx="1047232" cy="916214"/>
            <a:chOff x="4217415" y="2955238"/>
            <a:chExt cx="1047232" cy="916214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33CCF1B-3F42-C1CE-AC75-200D246EE4E9}"/>
                </a:ext>
              </a:extLst>
            </p:cNvPr>
            <p:cNvSpPr/>
            <p:nvPr/>
          </p:nvSpPr>
          <p:spPr>
            <a:xfrm>
              <a:off x="4217415" y="2955238"/>
              <a:ext cx="1047232" cy="916214"/>
            </a:xfrm>
            <a:custGeom>
              <a:avLst/>
              <a:gdLst/>
              <a:ahLst/>
              <a:cxnLst/>
              <a:rect l="0" t="0" r="0" b="0"/>
              <a:pathLst>
                <a:path w="1047232" h="916214">
                  <a:moveTo>
                    <a:pt x="378270" y="61723"/>
                  </a:moveTo>
                  <a:cubicBezTo>
                    <a:pt x="475079" y="12395"/>
                    <a:pt x="590705" y="0"/>
                    <a:pt x="702202" y="36228"/>
                  </a:cubicBezTo>
                  <a:cubicBezTo>
                    <a:pt x="925193" y="108682"/>
                    <a:pt x="1047232" y="348190"/>
                    <a:pt x="974776" y="571183"/>
                  </a:cubicBezTo>
                  <a:cubicBezTo>
                    <a:pt x="902321" y="794176"/>
                    <a:pt x="662813" y="916214"/>
                    <a:pt x="439821" y="843756"/>
                  </a:cubicBezTo>
                  <a:cubicBezTo>
                    <a:pt x="328324" y="807529"/>
                    <a:pt x="242067" y="729538"/>
                    <a:pt x="192741" y="632730"/>
                  </a:cubicBezTo>
                  <a:lnTo>
                    <a:pt x="0" y="254462"/>
                  </a:lnTo>
                  <a:lnTo>
                    <a:pt x="378183" y="61767"/>
                  </a:lnTo>
                  <a:cubicBezTo>
                    <a:pt x="378212" y="61753"/>
                    <a:pt x="378241" y="61738"/>
                    <a:pt x="378270" y="61723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6C17054-80A6-BE85-2E7A-C57AD1021104}"/>
                </a:ext>
              </a:extLst>
            </p:cNvPr>
            <p:cNvSpPr/>
            <p:nvPr/>
          </p:nvSpPr>
          <p:spPr>
            <a:xfrm>
              <a:off x="4217415" y="2955238"/>
              <a:ext cx="1047231" cy="916211"/>
            </a:xfrm>
            <a:custGeom>
              <a:avLst/>
              <a:gdLst/>
              <a:ahLst/>
              <a:cxnLst/>
              <a:rect l="0" t="0" r="0" b="0"/>
              <a:pathLst>
                <a:path w="1047231" h="916211">
                  <a:moveTo>
                    <a:pt x="378270" y="61723"/>
                  </a:moveTo>
                  <a:cubicBezTo>
                    <a:pt x="475079" y="12395"/>
                    <a:pt x="590705" y="0"/>
                    <a:pt x="702202" y="36227"/>
                  </a:cubicBezTo>
                  <a:cubicBezTo>
                    <a:pt x="925195" y="108682"/>
                    <a:pt x="1047231" y="348190"/>
                    <a:pt x="974776" y="571183"/>
                  </a:cubicBezTo>
                  <a:cubicBezTo>
                    <a:pt x="902321" y="794176"/>
                    <a:pt x="662813" y="916211"/>
                    <a:pt x="439821" y="843756"/>
                  </a:cubicBezTo>
                  <a:cubicBezTo>
                    <a:pt x="328324" y="807529"/>
                    <a:pt x="242067" y="729538"/>
                    <a:pt x="192741" y="632730"/>
                  </a:cubicBezTo>
                  <a:lnTo>
                    <a:pt x="0" y="254462"/>
                  </a:lnTo>
                  <a:lnTo>
                    <a:pt x="378183" y="61767"/>
                  </a:lnTo>
                  <a:cubicBezTo>
                    <a:pt x="378212" y="61753"/>
                    <a:pt x="378241" y="61738"/>
                    <a:pt x="378270" y="61723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58BCAB-7548-17BC-E3EA-8AEC8D8B2C2E}"/>
              </a:ext>
            </a:extLst>
          </p:cNvPr>
          <p:cNvGrpSpPr/>
          <p:nvPr/>
        </p:nvGrpSpPr>
        <p:grpSpPr>
          <a:xfrm>
            <a:off x="4784470" y="1817597"/>
            <a:ext cx="917592" cy="967014"/>
            <a:chOff x="3850978" y="1413465"/>
            <a:chExt cx="917592" cy="967014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04F97FE-A1A5-FF2D-DEFC-E17BD12842DB}"/>
                </a:ext>
              </a:extLst>
            </p:cNvPr>
            <p:cNvSpPr/>
            <p:nvPr/>
          </p:nvSpPr>
          <p:spPr>
            <a:xfrm>
              <a:off x="3850978" y="1413465"/>
              <a:ext cx="917591" cy="967014"/>
            </a:xfrm>
            <a:custGeom>
              <a:avLst/>
              <a:gdLst/>
              <a:ahLst/>
              <a:cxnLst/>
              <a:rect l="0" t="0" r="0" b="0"/>
              <a:pathLst>
                <a:path w="917591" h="967014">
                  <a:moveTo>
                    <a:pt x="16997" y="547695"/>
                  </a:moveTo>
                  <a:cubicBezTo>
                    <a:pt x="0" y="440382"/>
                    <a:pt x="23941" y="326584"/>
                    <a:pt x="92851" y="231739"/>
                  </a:cubicBezTo>
                  <a:cubicBezTo>
                    <a:pt x="230668" y="42050"/>
                    <a:pt x="496164" y="0"/>
                    <a:pt x="685853" y="137817"/>
                  </a:cubicBezTo>
                  <a:cubicBezTo>
                    <a:pt x="875542" y="275634"/>
                    <a:pt x="917591" y="541130"/>
                    <a:pt x="779775" y="730819"/>
                  </a:cubicBezTo>
                  <a:cubicBezTo>
                    <a:pt x="710866" y="825664"/>
                    <a:pt x="610038" y="883599"/>
                    <a:pt x="502726" y="900595"/>
                  </a:cubicBezTo>
                  <a:lnTo>
                    <a:pt x="83411" y="967014"/>
                  </a:lnTo>
                  <a:lnTo>
                    <a:pt x="17012" y="547792"/>
                  </a:lnTo>
                  <a:cubicBezTo>
                    <a:pt x="17008" y="547760"/>
                    <a:pt x="17002" y="547728"/>
                    <a:pt x="16997" y="547695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60DF154-5604-61DC-23F0-CD2830F86AD7}"/>
                </a:ext>
              </a:extLst>
            </p:cNvPr>
            <p:cNvSpPr/>
            <p:nvPr/>
          </p:nvSpPr>
          <p:spPr>
            <a:xfrm>
              <a:off x="3850978" y="1413465"/>
              <a:ext cx="917592" cy="967012"/>
            </a:xfrm>
            <a:custGeom>
              <a:avLst/>
              <a:gdLst/>
              <a:ahLst/>
              <a:cxnLst/>
              <a:rect l="0" t="0" r="0" b="0"/>
              <a:pathLst>
                <a:path w="917592" h="967012">
                  <a:moveTo>
                    <a:pt x="16997" y="547695"/>
                  </a:moveTo>
                  <a:cubicBezTo>
                    <a:pt x="0" y="440382"/>
                    <a:pt x="23941" y="326584"/>
                    <a:pt x="92851" y="231739"/>
                  </a:cubicBezTo>
                  <a:cubicBezTo>
                    <a:pt x="230668" y="42050"/>
                    <a:pt x="496164" y="0"/>
                    <a:pt x="685853" y="137817"/>
                  </a:cubicBezTo>
                  <a:cubicBezTo>
                    <a:pt x="875542" y="275634"/>
                    <a:pt x="917592" y="541130"/>
                    <a:pt x="779775" y="730819"/>
                  </a:cubicBezTo>
                  <a:cubicBezTo>
                    <a:pt x="710866" y="825664"/>
                    <a:pt x="610038" y="883599"/>
                    <a:pt x="502726" y="900595"/>
                  </a:cubicBezTo>
                  <a:lnTo>
                    <a:pt x="83411" y="967012"/>
                  </a:lnTo>
                  <a:lnTo>
                    <a:pt x="17012" y="547792"/>
                  </a:lnTo>
                  <a:cubicBezTo>
                    <a:pt x="17008" y="547760"/>
                    <a:pt x="17002" y="547728"/>
                    <a:pt x="16997" y="547695"/>
                  </a:cubicBezTo>
                  <a:close/>
                </a:path>
              </a:pathLst>
            </a:custGeom>
            <a:noFill/>
            <a:ln w="1326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94944BF-E178-F899-E2A4-A9DD618B31A0}"/>
              </a:ext>
            </a:extLst>
          </p:cNvPr>
          <p:cNvSpPr txBox="1"/>
          <p:nvPr/>
        </p:nvSpPr>
        <p:spPr>
          <a:xfrm>
            <a:off x="5833424" y="1898876"/>
            <a:ext cx="1619546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2444A"/>
                </a:solidFill>
              </a:rPr>
              <a:t>User-friendly platform
for interaction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8DFA5-DC30-2739-6E78-FA077BC34709}"/>
              </a:ext>
            </a:extLst>
          </p:cNvPr>
          <p:cNvSpPr txBox="1"/>
          <p:nvPr/>
        </p:nvSpPr>
        <p:spPr>
          <a:xfrm>
            <a:off x="3830135" y="5613626"/>
            <a:ext cx="1471878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424736"/>
                </a:solidFill>
              </a:rPr>
              <a:t>Understanding and
routing user queries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F78840-172C-B1E6-CBC9-57D0F60E0EBD}"/>
              </a:ext>
            </a:extLst>
          </p:cNvPr>
          <p:cNvSpPr txBox="1"/>
          <p:nvPr/>
        </p:nvSpPr>
        <p:spPr>
          <a:xfrm>
            <a:off x="1724306" y="3176927"/>
            <a:ext cx="87684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DE8431"/>
                </a:solidFill>
              </a:rPr>
              <a:t>Multimodal
Support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1C3310-B4FB-A714-8C2C-78B9F0882B66}"/>
              </a:ext>
            </a:extLst>
          </p:cNvPr>
          <p:cNvSpPr txBox="1"/>
          <p:nvPr/>
        </p:nvSpPr>
        <p:spPr>
          <a:xfrm>
            <a:off x="1973834" y="1898876"/>
            <a:ext cx="1261564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443E5C"/>
                </a:solidFill>
              </a:rPr>
              <a:t>Supporting visual
diagrams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E80DE-30BF-DFB8-1B97-CC67B6D7BA4F}"/>
              </a:ext>
            </a:extLst>
          </p:cNvPr>
          <p:cNvSpPr txBox="1"/>
          <p:nvPr/>
        </p:nvSpPr>
        <p:spPr>
          <a:xfrm>
            <a:off x="5833424" y="1584891"/>
            <a:ext cx="104317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ABDA"/>
                </a:solidFill>
              </a:rPr>
              <a:t>Chat Interface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12F65F-37DF-EEFA-61DE-C230C6CC2118}"/>
              </a:ext>
            </a:extLst>
          </p:cNvPr>
          <p:cNvSpPr txBox="1"/>
          <p:nvPr/>
        </p:nvSpPr>
        <p:spPr>
          <a:xfrm>
            <a:off x="6364102" y="3389198"/>
            <a:ext cx="1034450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CC583"/>
                </a:solidFill>
              </a:rPr>
              <a:t>Tool Selection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55E954-B9AA-A155-E3C0-BEB6FD365EDF}"/>
              </a:ext>
            </a:extLst>
          </p:cNvPr>
          <p:cNvSpPr txBox="1"/>
          <p:nvPr/>
        </p:nvSpPr>
        <p:spPr>
          <a:xfrm>
            <a:off x="1058984" y="3703183"/>
            <a:ext cx="1581523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 dirty="0">
                <a:solidFill>
                  <a:srgbClr val="4C4034"/>
                </a:solidFill>
              </a:rPr>
              <a:t>Handling diverse data
formats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815CB6-5C95-F1CF-4BF2-2BA38B9E0357}"/>
              </a:ext>
            </a:extLst>
          </p:cNvPr>
          <p:cNvSpPr txBox="1"/>
          <p:nvPr/>
        </p:nvSpPr>
        <p:spPr>
          <a:xfrm>
            <a:off x="6364102" y="3703183"/>
            <a:ext cx="155223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74840"/>
                </a:solidFill>
                <a:latin typeface="Roboto"/>
              </a:rPr>
              <a:t>Choosing appropriate
tools for tasks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6977E2-4899-984C-C8C8-98D50C113C13}"/>
              </a:ext>
            </a:extLst>
          </p:cNvPr>
          <p:cNvSpPr txBox="1"/>
          <p:nvPr/>
        </p:nvSpPr>
        <p:spPr>
          <a:xfrm>
            <a:off x="1942587" y="1584891"/>
            <a:ext cx="122559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7F64EA"/>
                </a:solidFill>
              </a:rPr>
              <a:t>Mermaid Scripts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6D3FEA-CA3A-C660-C6F3-1ED8BD495D27}"/>
              </a:ext>
            </a:extLst>
          </p:cNvPr>
          <p:cNvSpPr txBox="1"/>
          <p:nvPr/>
        </p:nvSpPr>
        <p:spPr>
          <a:xfrm>
            <a:off x="3861531" y="5087370"/>
            <a:ext cx="1298882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92BD39"/>
                </a:solidFill>
              </a:rPr>
              <a:t>Natural Language
Processing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39F486-F91E-135C-8DE7-9312AED8BCC8}"/>
              </a:ext>
            </a:extLst>
          </p:cNvPr>
          <p:cNvSpPr txBox="1"/>
          <p:nvPr/>
        </p:nvSpPr>
        <p:spPr>
          <a:xfrm>
            <a:off x="355137" y="364891"/>
            <a:ext cx="4043799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Orchestrator Capabilities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C0B3DBB-FA32-67B5-B383-0E58341C41F6}"/>
              </a:ext>
            </a:extLst>
          </p:cNvPr>
          <p:cNvSpPr/>
          <p:nvPr/>
        </p:nvSpPr>
        <p:spPr>
          <a:xfrm>
            <a:off x="3438878" y="2111555"/>
            <a:ext cx="402365" cy="404535"/>
          </a:xfrm>
          <a:custGeom>
            <a:avLst/>
            <a:gdLst/>
            <a:ahLst/>
            <a:cxnLst/>
            <a:rect l="0" t="0" r="0" b="0"/>
            <a:pathLst>
              <a:path w="402365" h="404535">
                <a:moveTo>
                  <a:pt x="3909" y="200348"/>
                </a:moveTo>
                <a:cubicBezTo>
                  <a:pt x="4349" y="187251"/>
                  <a:pt x="7135" y="174340"/>
                  <a:pt x="12134" y="162227"/>
                </a:cubicBezTo>
                <a:cubicBezTo>
                  <a:pt x="19228" y="149951"/>
                  <a:pt x="36316" y="138842"/>
                  <a:pt x="37253" y="133730"/>
                </a:cubicBezTo>
                <a:cubicBezTo>
                  <a:pt x="42489" y="102720"/>
                  <a:pt x="33892" y="55632"/>
                  <a:pt x="50715" y="33201"/>
                </a:cubicBezTo>
                <a:cubicBezTo>
                  <a:pt x="67821" y="11780"/>
                  <a:pt x="94265" y="0"/>
                  <a:pt x="121631" y="1608"/>
                </a:cubicBezTo>
                <a:cubicBezTo>
                  <a:pt x="141175" y="242"/>
                  <a:pt x="160475" y="6593"/>
                  <a:pt x="175389" y="19298"/>
                </a:cubicBezTo>
                <a:cubicBezTo>
                  <a:pt x="184835" y="26816"/>
                  <a:pt x="181032" y="45566"/>
                  <a:pt x="166155" y="55861"/>
                </a:cubicBezTo>
                <a:cubicBezTo>
                  <a:pt x="146856" y="48998"/>
                  <a:pt x="139303" y="62123"/>
                  <a:pt x="108134" y="60018"/>
                </a:cubicBezTo>
                <a:cubicBezTo>
                  <a:pt x="90003" y="58798"/>
                  <a:pt x="78717" y="65909"/>
                  <a:pt x="81866" y="98510"/>
                </a:cubicBezTo>
                <a:cubicBezTo>
                  <a:pt x="84523" y="121884"/>
                  <a:pt x="102569" y="140548"/>
                  <a:pt x="125841" y="143989"/>
                </a:cubicBezTo>
                <a:cubicBezTo>
                  <a:pt x="127740" y="144261"/>
                  <a:pt x="129655" y="144403"/>
                  <a:pt x="131572" y="144414"/>
                </a:cubicBezTo>
                <a:cubicBezTo>
                  <a:pt x="154940" y="144414"/>
                  <a:pt x="161945" y="133535"/>
                  <a:pt x="168295" y="112308"/>
                </a:cubicBezTo>
                <a:cubicBezTo>
                  <a:pt x="169675" y="107620"/>
                  <a:pt x="182624" y="106064"/>
                  <a:pt x="182624" y="100934"/>
                </a:cubicBezTo>
                <a:lnTo>
                  <a:pt x="166155" y="55861"/>
                </a:lnTo>
                <a:moveTo>
                  <a:pt x="89207" y="269937"/>
                </a:moveTo>
                <a:lnTo>
                  <a:pt x="89207" y="368838"/>
                </a:lnTo>
                <a:cubicBezTo>
                  <a:pt x="89207" y="388546"/>
                  <a:pt x="73235" y="404525"/>
                  <a:pt x="53527" y="404535"/>
                </a:cubicBezTo>
                <a:lnTo>
                  <a:pt x="22306" y="404535"/>
                </a:lnTo>
                <a:cubicBezTo>
                  <a:pt x="9986" y="404535"/>
                  <a:pt x="0" y="394548"/>
                  <a:pt x="0" y="382229"/>
                </a:cubicBezTo>
                <a:cubicBezTo>
                  <a:pt x="0" y="369909"/>
                  <a:pt x="9986" y="359923"/>
                  <a:pt x="22306" y="359923"/>
                </a:cubicBezTo>
                <a:lnTo>
                  <a:pt x="35679" y="359923"/>
                </a:lnTo>
                <a:lnTo>
                  <a:pt x="35679" y="245738"/>
                </a:lnTo>
                <a:cubicBezTo>
                  <a:pt x="35683" y="240832"/>
                  <a:pt x="36205" y="235941"/>
                  <a:pt x="37235" y="231145"/>
                </a:cubicBezTo>
                <a:lnTo>
                  <a:pt x="37235" y="231145"/>
                </a:lnTo>
                <a:cubicBezTo>
                  <a:pt x="40955" y="213860"/>
                  <a:pt x="51169" y="198663"/>
                  <a:pt x="65768" y="188690"/>
                </a:cubicBezTo>
                <a:moveTo>
                  <a:pt x="158602" y="185471"/>
                </a:moveTo>
                <a:lnTo>
                  <a:pt x="169215" y="197482"/>
                </a:lnTo>
                <a:cubicBezTo>
                  <a:pt x="183132" y="204157"/>
                  <a:pt x="192331" y="217859"/>
                  <a:pt x="193237" y="233267"/>
                </a:cubicBezTo>
                <a:cubicBezTo>
                  <a:pt x="194121" y="249122"/>
                  <a:pt x="184292" y="263609"/>
                  <a:pt x="169233" y="268646"/>
                </a:cubicBezTo>
                <a:lnTo>
                  <a:pt x="179440" y="296648"/>
                </a:lnTo>
                <a:lnTo>
                  <a:pt x="225432" y="297833"/>
                </a:lnTo>
                <a:cubicBezTo>
                  <a:pt x="267373" y="297833"/>
                  <a:pt x="294420" y="274112"/>
                  <a:pt x="294420" y="232100"/>
                </a:cubicBezTo>
                <a:lnTo>
                  <a:pt x="294420" y="208449"/>
                </a:lnTo>
                <a:cubicBezTo>
                  <a:pt x="255221" y="198632"/>
                  <a:pt x="250851" y="188195"/>
                  <a:pt x="244766" y="147633"/>
                </a:cubicBezTo>
                <a:cubicBezTo>
                  <a:pt x="244539" y="146121"/>
                  <a:pt x="245045" y="144591"/>
                  <a:pt x="246128" y="143512"/>
                </a:cubicBezTo>
                <a:cubicBezTo>
                  <a:pt x="247201" y="142420"/>
                  <a:pt x="248739" y="141918"/>
                  <a:pt x="250250" y="142167"/>
                </a:cubicBezTo>
                <a:lnTo>
                  <a:pt x="323307" y="162333"/>
                </a:lnTo>
                <a:lnTo>
                  <a:pt x="396416" y="135446"/>
                </a:lnTo>
                <a:cubicBezTo>
                  <a:pt x="397912" y="135126"/>
                  <a:pt x="399470" y="135535"/>
                  <a:pt x="400617" y="136546"/>
                </a:cubicBezTo>
                <a:cubicBezTo>
                  <a:pt x="401765" y="137557"/>
                  <a:pt x="402365" y="139052"/>
                  <a:pt x="402236" y="140575"/>
                </a:cubicBezTo>
                <a:cubicBezTo>
                  <a:pt x="398840" y="180748"/>
                  <a:pt x="389252" y="192936"/>
                  <a:pt x="352565" y="205831"/>
                </a:cubicBezTo>
                <a:lnTo>
                  <a:pt x="352565" y="278640"/>
                </a:lnTo>
                <a:cubicBezTo>
                  <a:pt x="352555" y="348166"/>
                  <a:pt x="296196" y="404525"/>
                  <a:pt x="226670" y="404535"/>
                </a:cubicBezTo>
                <a:lnTo>
                  <a:pt x="187753" y="404535"/>
                </a:lnTo>
                <a:cubicBezTo>
                  <a:pt x="162830" y="404534"/>
                  <a:pt x="138066" y="400557"/>
                  <a:pt x="114396" y="392754"/>
                </a:cubicBezTo>
                <a:lnTo>
                  <a:pt x="114396" y="392754"/>
                </a:lnTo>
                <a:moveTo>
                  <a:pt x="297799" y="241794"/>
                </a:moveTo>
                <a:cubicBezTo>
                  <a:pt x="307939" y="244948"/>
                  <a:pt x="316413" y="251997"/>
                  <a:pt x="321361" y="261393"/>
                </a:cubicBezTo>
                <a:cubicBezTo>
                  <a:pt x="328443" y="253648"/>
                  <a:pt x="338282" y="248992"/>
                  <a:pt x="348761" y="248427"/>
                </a:cubicBezTo>
                <a:moveTo>
                  <a:pt x="264242" y="295534"/>
                </a:moveTo>
                <a:cubicBezTo>
                  <a:pt x="266331" y="296054"/>
                  <a:pt x="268377" y="296734"/>
                  <a:pt x="270363" y="297568"/>
                </a:cubicBezTo>
                <a:cubicBezTo>
                  <a:pt x="282300" y="302642"/>
                  <a:pt x="291033" y="313194"/>
                  <a:pt x="293783" y="325871"/>
                </a:cubicBezTo>
                <a:cubicBezTo>
                  <a:pt x="308842" y="316467"/>
                  <a:pt x="328301" y="318131"/>
                  <a:pt x="341544" y="329957"/>
                </a:cubicBezTo>
                <a:moveTo>
                  <a:pt x="221399" y="303388"/>
                </a:moveTo>
                <a:cubicBezTo>
                  <a:pt x="221954" y="318591"/>
                  <a:pt x="215070" y="333111"/>
                  <a:pt x="202949" y="342304"/>
                </a:cubicBezTo>
                <a:cubicBezTo>
                  <a:pt x="222807" y="355231"/>
                  <a:pt x="229879" y="380956"/>
                  <a:pt x="219417" y="402218"/>
                </a:cubicBezTo>
                <a:moveTo>
                  <a:pt x="89207" y="326844"/>
                </a:moveTo>
                <a:cubicBezTo>
                  <a:pt x="104374" y="327003"/>
                  <a:pt x="118724" y="319985"/>
                  <a:pt x="127911" y="307916"/>
                </a:cubicBezTo>
                <a:cubicBezTo>
                  <a:pt x="135786" y="316041"/>
                  <a:pt x="147264" y="319582"/>
                  <a:pt x="158348" y="317307"/>
                </a:cubicBezTo>
                <a:cubicBezTo>
                  <a:pt x="169432" y="315031"/>
                  <a:pt x="178587" y="307254"/>
                  <a:pt x="182624" y="296683"/>
                </a:cubicBezTo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25737E5-32D4-EBEC-F76E-F5D7EDB0BEB9}"/>
              </a:ext>
            </a:extLst>
          </p:cNvPr>
          <p:cNvSpPr/>
          <p:nvPr/>
        </p:nvSpPr>
        <p:spPr>
          <a:xfrm>
            <a:off x="5037406" y="2111148"/>
            <a:ext cx="408744" cy="406851"/>
          </a:xfrm>
          <a:custGeom>
            <a:avLst/>
            <a:gdLst/>
            <a:ahLst/>
            <a:cxnLst/>
            <a:rect l="0" t="0" r="0" b="0"/>
            <a:pathLst>
              <a:path w="408744" h="406851">
                <a:moveTo>
                  <a:pt x="279720" y="292439"/>
                </a:moveTo>
                <a:cubicBezTo>
                  <a:pt x="279720" y="306478"/>
                  <a:pt x="291101" y="317858"/>
                  <a:pt x="305140" y="317858"/>
                </a:cubicBezTo>
                <a:cubicBezTo>
                  <a:pt x="319179" y="317858"/>
                  <a:pt x="330559" y="306478"/>
                  <a:pt x="330559" y="292439"/>
                </a:cubicBezTo>
                <a:cubicBezTo>
                  <a:pt x="330559" y="278400"/>
                  <a:pt x="319179" y="267019"/>
                  <a:pt x="305140" y="267019"/>
                </a:cubicBezTo>
                <a:cubicBezTo>
                  <a:pt x="291101" y="267019"/>
                  <a:pt x="279720" y="278400"/>
                  <a:pt x="279720" y="292439"/>
                </a:cubicBezTo>
                <a:close/>
                <a:moveTo>
                  <a:pt x="326738" y="194069"/>
                </a:moveTo>
                <a:lnTo>
                  <a:pt x="334239" y="218692"/>
                </a:lnTo>
                <a:cubicBezTo>
                  <a:pt x="336790" y="227178"/>
                  <a:pt x="345486" y="232230"/>
                  <a:pt x="354121" y="230243"/>
                </a:cubicBezTo>
                <a:lnTo>
                  <a:pt x="379099" y="224459"/>
                </a:lnTo>
                <a:cubicBezTo>
                  <a:pt x="388809" y="222254"/>
                  <a:pt x="398822" y="226642"/>
                  <a:pt x="403783" y="235275"/>
                </a:cubicBezTo>
                <a:cubicBezTo>
                  <a:pt x="408744" y="243909"/>
                  <a:pt x="407492" y="254770"/>
                  <a:pt x="400697" y="262049"/>
                </a:cubicBezTo>
                <a:lnTo>
                  <a:pt x="383220" y="280888"/>
                </a:lnTo>
                <a:cubicBezTo>
                  <a:pt x="377192" y="287409"/>
                  <a:pt x="377192" y="297469"/>
                  <a:pt x="383220" y="303990"/>
                </a:cubicBezTo>
                <a:lnTo>
                  <a:pt x="400697" y="322811"/>
                </a:lnTo>
                <a:cubicBezTo>
                  <a:pt x="407481" y="330095"/>
                  <a:pt x="408727" y="340950"/>
                  <a:pt x="403769" y="349582"/>
                </a:cubicBezTo>
                <a:cubicBezTo>
                  <a:pt x="398812" y="358213"/>
                  <a:pt x="388809" y="362607"/>
                  <a:pt x="379099" y="360419"/>
                </a:cubicBezTo>
                <a:lnTo>
                  <a:pt x="354121" y="354634"/>
                </a:lnTo>
                <a:cubicBezTo>
                  <a:pt x="345520" y="352698"/>
                  <a:pt x="336884" y="357730"/>
                  <a:pt x="334327" y="366168"/>
                </a:cubicBezTo>
                <a:lnTo>
                  <a:pt x="326827" y="390791"/>
                </a:lnTo>
                <a:cubicBezTo>
                  <a:pt x="323960" y="400324"/>
                  <a:pt x="315183" y="406851"/>
                  <a:pt x="305228" y="406851"/>
                </a:cubicBezTo>
                <a:cubicBezTo>
                  <a:pt x="295273" y="406851"/>
                  <a:pt x="286496" y="400324"/>
                  <a:pt x="283630" y="390791"/>
                </a:cubicBezTo>
                <a:lnTo>
                  <a:pt x="276041" y="366168"/>
                </a:lnTo>
                <a:cubicBezTo>
                  <a:pt x="273490" y="357682"/>
                  <a:pt x="264794" y="352629"/>
                  <a:pt x="256158" y="354617"/>
                </a:cubicBezTo>
                <a:lnTo>
                  <a:pt x="231181" y="360401"/>
                </a:lnTo>
                <a:cubicBezTo>
                  <a:pt x="221471" y="362590"/>
                  <a:pt x="211467" y="358196"/>
                  <a:pt x="206510" y="349564"/>
                </a:cubicBezTo>
                <a:cubicBezTo>
                  <a:pt x="201553" y="340932"/>
                  <a:pt x="202798" y="330078"/>
                  <a:pt x="209582" y="322793"/>
                </a:cubicBezTo>
                <a:lnTo>
                  <a:pt x="227059" y="303972"/>
                </a:lnTo>
                <a:cubicBezTo>
                  <a:pt x="233087" y="297451"/>
                  <a:pt x="233087" y="287391"/>
                  <a:pt x="227059" y="280870"/>
                </a:cubicBezTo>
                <a:lnTo>
                  <a:pt x="209582" y="262031"/>
                </a:lnTo>
                <a:cubicBezTo>
                  <a:pt x="202787" y="254752"/>
                  <a:pt x="201535" y="243892"/>
                  <a:pt x="206496" y="235258"/>
                </a:cubicBezTo>
                <a:cubicBezTo>
                  <a:pt x="211457" y="226624"/>
                  <a:pt x="221470" y="222236"/>
                  <a:pt x="231181" y="224441"/>
                </a:cubicBezTo>
                <a:lnTo>
                  <a:pt x="256158" y="230225"/>
                </a:lnTo>
                <a:cubicBezTo>
                  <a:pt x="264794" y="232213"/>
                  <a:pt x="273490" y="227160"/>
                  <a:pt x="276041" y="218674"/>
                </a:cubicBezTo>
                <a:lnTo>
                  <a:pt x="283541" y="194051"/>
                </a:lnTo>
                <a:cubicBezTo>
                  <a:pt x="286411" y="184519"/>
                  <a:pt x="295191" y="177996"/>
                  <a:pt x="305146" y="178000"/>
                </a:cubicBezTo>
                <a:cubicBezTo>
                  <a:pt x="315101" y="178004"/>
                  <a:pt x="323876" y="184534"/>
                  <a:pt x="326738" y="194069"/>
                </a:cubicBezTo>
                <a:close/>
                <a:moveTo>
                  <a:pt x="159292" y="298948"/>
                </a:moveTo>
                <a:cubicBezTo>
                  <a:pt x="145076" y="297357"/>
                  <a:pt x="131048" y="294395"/>
                  <a:pt x="117403" y="290104"/>
                </a:cubicBezTo>
                <a:lnTo>
                  <a:pt x="17689" y="336096"/>
                </a:lnTo>
                <a:lnTo>
                  <a:pt x="53386" y="255787"/>
                </a:lnTo>
                <a:cubicBezTo>
                  <a:pt x="20559" y="230528"/>
                  <a:pt x="932" y="191767"/>
                  <a:pt x="0" y="150358"/>
                </a:cubicBezTo>
                <a:cubicBezTo>
                  <a:pt x="0" y="67325"/>
                  <a:pt x="83139" y="0"/>
                  <a:pt x="185737" y="0"/>
                </a:cubicBezTo>
                <a:cubicBezTo>
                  <a:pt x="288335" y="0"/>
                  <a:pt x="371475" y="67325"/>
                  <a:pt x="371475" y="150358"/>
                </a:cubicBezTo>
                <a:cubicBezTo>
                  <a:pt x="371414" y="159149"/>
                  <a:pt x="370412" y="167908"/>
                  <a:pt x="368485" y="176486"/>
                </a:cubicBezTo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697067D-978D-977C-B3C3-F433B9A2331D}"/>
              </a:ext>
            </a:extLst>
          </p:cNvPr>
          <p:cNvSpPr/>
          <p:nvPr/>
        </p:nvSpPr>
        <p:spPr>
          <a:xfrm>
            <a:off x="2950070" y="3588203"/>
            <a:ext cx="411279" cy="411415"/>
          </a:xfrm>
          <a:custGeom>
            <a:avLst/>
            <a:gdLst/>
            <a:ahLst/>
            <a:cxnLst/>
            <a:rect l="0" t="0" r="0" b="0"/>
            <a:pathLst>
              <a:path w="411279" h="411415">
                <a:moveTo>
                  <a:pt x="0" y="0"/>
                </a:moveTo>
                <a:moveTo>
                  <a:pt x="354311" y="287371"/>
                </a:moveTo>
                <a:lnTo>
                  <a:pt x="411279" y="287371"/>
                </a:lnTo>
                <a:lnTo>
                  <a:pt x="411279" y="354449"/>
                </a:lnTo>
                <a:lnTo>
                  <a:pt x="354311" y="354449"/>
                </a:lnTo>
                <a:lnTo>
                  <a:pt x="354311" y="411415"/>
                </a:lnTo>
                <a:lnTo>
                  <a:pt x="287233" y="411415"/>
                </a:lnTo>
                <a:lnTo>
                  <a:pt x="287233" y="354449"/>
                </a:lnTo>
                <a:lnTo>
                  <a:pt x="230264" y="354449"/>
                </a:lnTo>
                <a:lnTo>
                  <a:pt x="230264" y="287371"/>
                </a:lnTo>
                <a:lnTo>
                  <a:pt x="287233" y="287371"/>
                </a:lnTo>
                <a:lnTo>
                  <a:pt x="287233" y="230401"/>
                </a:lnTo>
                <a:lnTo>
                  <a:pt x="354311" y="230401"/>
                </a:lnTo>
                <a:close/>
                <a:moveTo>
                  <a:pt x="70050" y="202390"/>
                </a:moveTo>
                <a:lnTo>
                  <a:pt x="202720" y="202390"/>
                </a:lnTo>
                <a:moveTo>
                  <a:pt x="136385" y="281991"/>
                </a:moveTo>
                <a:lnTo>
                  <a:pt x="70050" y="281991"/>
                </a:lnTo>
                <a:moveTo>
                  <a:pt x="175620" y="361593"/>
                </a:moveTo>
                <a:lnTo>
                  <a:pt x="43517" y="361593"/>
                </a:lnTo>
                <a:cubicBezTo>
                  <a:pt x="36479" y="361593"/>
                  <a:pt x="29730" y="358798"/>
                  <a:pt x="24754" y="353822"/>
                </a:cubicBezTo>
                <a:cubicBezTo>
                  <a:pt x="19778" y="348846"/>
                  <a:pt x="16983" y="342096"/>
                  <a:pt x="16983" y="335059"/>
                </a:cubicBezTo>
                <a:lnTo>
                  <a:pt x="16983" y="43186"/>
                </a:lnTo>
                <a:cubicBezTo>
                  <a:pt x="16983" y="36149"/>
                  <a:pt x="19778" y="29400"/>
                  <a:pt x="24754" y="24424"/>
                </a:cubicBezTo>
                <a:cubicBezTo>
                  <a:pt x="29730" y="19448"/>
                  <a:pt x="36479" y="16652"/>
                  <a:pt x="43517" y="16652"/>
                </a:cubicBezTo>
                <a:lnTo>
                  <a:pt x="231536" y="16652"/>
                </a:lnTo>
                <a:cubicBezTo>
                  <a:pt x="238568" y="16654"/>
                  <a:pt x="245313" y="19447"/>
                  <a:pt x="250287" y="24418"/>
                </a:cubicBezTo>
                <a:lnTo>
                  <a:pt x="301091" y="75222"/>
                </a:lnTo>
                <a:cubicBezTo>
                  <a:pt x="306061" y="80196"/>
                  <a:pt x="308854" y="86940"/>
                  <a:pt x="308856" y="93972"/>
                </a:cubicBezTo>
                <a:lnTo>
                  <a:pt x="308856" y="178039"/>
                </a:lnTo>
                <a:moveTo>
                  <a:pt x="0" y="0"/>
                </a:moveTo>
                <a:moveTo>
                  <a:pt x="228011" y="78807"/>
                </a:moveTo>
                <a:lnTo>
                  <a:pt x="172236" y="124881"/>
                </a:lnTo>
                <a:lnTo>
                  <a:pt x="140713" y="86890"/>
                </a:lnTo>
                <a:lnTo>
                  <a:pt x="77662" y="136198"/>
                </a:lnTo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5836142-D493-2214-B6B0-778707F1517C}"/>
              </a:ext>
            </a:extLst>
          </p:cNvPr>
          <p:cNvSpPr/>
          <p:nvPr/>
        </p:nvSpPr>
        <p:spPr>
          <a:xfrm>
            <a:off x="5510594" y="3618133"/>
            <a:ext cx="398008" cy="364700"/>
          </a:xfrm>
          <a:custGeom>
            <a:avLst/>
            <a:gdLst/>
            <a:ahLst/>
            <a:cxnLst/>
            <a:rect l="0" t="0" r="0" b="0"/>
            <a:pathLst>
              <a:path w="398008" h="364700">
                <a:moveTo>
                  <a:pt x="155311" y="105463"/>
                </a:moveTo>
                <a:cubicBezTo>
                  <a:pt x="149090" y="119576"/>
                  <a:pt x="138718" y="131460"/>
                  <a:pt x="125576" y="139533"/>
                </a:cubicBezTo>
                <a:lnTo>
                  <a:pt x="143088" y="230809"/>
                </a:lnTo>
                <a:lnTo>
                  <a:pt x="88357" y="230809"/>
                </a:lnTo>
                <a:lnTo>
                  <a:pt x="72826" y="149633"/>
                </a:lnTo>
                <a:cubicBezTo>
                  <a:pt x="41710" y="144224"/>
                  <a:pt x="17190" y="120121"/>
                  <a:pt x="11249" y="89102"/>
                </a:cubicBezTo>
                <a:cubicBezTo>
                  <a:pt x="5307" y="58084"/>
                  <a:pt x="19184" y="26625"/>
                  <a:pt x="46098" y="10100"/>
                </a:cubicBezTo>
                <a:lnTo>
                  <a:pt x="56941" y="66653"/>
                </a:lnTo>
                <a:lnTo>
                  <a:pt x="88357" y="87968"/>
                </a:lnTo>
                <a:lnTo>
                  <a:pt x="109673" y="56570"/>
                </a:lnTo>
                <a:lnTo>
                  <a:pt x="98830" y="0"/>
                </a:lnTo>
                <a:cubicBezTo>
                  <a:pt x="121851" y="3993"/>
                  <a:pt x="141752" y="18364"/>
                  <a:pt x="152783" y="38961"/>
                </a:cubicBezTo>
                <a:cubicBezTo>
                  <a:pt x="163814" y="59558"/>
                  <a:pt x="164746" y="84087"/>
                  <a:pt x="155311" y="105463"/>
                </a:cubicBezTo>
                <a:close/>
                <a:moveTo>
                  <a:pt x="396770" y="36846"/>
                </a:moveTo>
                <a:lnTo>
                  <a:pt x="379329" y="115316"/>
                </a:lnTo>
                <a:lnTo>
                  <a:pt x="199959" y="75444"/>
                </a:lnTo>
                <a:lnTo>
                  <a:pt x="207442" y="41817"/>
                </a:lnTo>
                <a:cubicBezTo>
                  <a:pt x="245792" y="50343"/>
                  <a:pt x="273777" y="34476"/>
                  <a:pt x="279066" y="10684"/>
                </a:cubicBezTo>
                <a:close/>
                <a:moveTo>
                  <a:pt x="243369" y="230809"/>
                </a:moveTo>
                <a:lnTo>
                  <a:pt x="274219" y="92019"/>
                </a:lnTo>
                <a:lnTo>
                  <a:pt x="325288" y="103376"/>
                </a:lnTo>
                <a:lnTo>
                  <a:pt x="295517" y="230827"/>
                </a:lnTo>
                <a:lnTo>
                  <a:pt x="243369" y="230827"/>
                </a:lnTo>
                <a:close/>
                <a:moveTo>
                  <a:pt x="380708" y="364700"/>
                </a:moveTo>
                <a:lnTo>
                  <a:pt x="17300" y="364700"/>
                </a:lnTo>
                <a:cubicBezTo>
                  <a:pt x="7747" y="364700"/>
                  <a:pt x="0" y="356934"/>
                  <a:pt x="0" y="347382"/>
                </a:cubicBezTo>
                <a:lnTo>
                  <a:pt x="0" y="230809"/>
                </a:lnTo>
                <a:lnTo>
                  <a:pt x="398008" y="230809"/>
                </a:lnTo>
                <a:lnTo>
                  <a:pt x="398008" y="347382"/>
                </a:lnTo>
                <a:cubicBezTo>
                  <a:pt x="398008" y="356934"/>
                  <a:pt x="390261" y="364700"/>
                  <a:pt x="380708" y="364700"/>
                </a:cubicBezTo>
                <a:close/>
                <a:moveTo>
                  <a:pt x="224954" y="230827"/>
                </a:moveTo>
                <a:lnTo>
                  <a:pt x="173054" y="230827"/>
                </a:lnTo>
                <a:lnTo>
                  <a:pt x="173054" y="256777"/>
                </a:lnTo>
                <a:cubicBezTo>
                  <a:pt x="173054" y="271109"/>
                  <a:pt x="184672" y="282727"/>
                  <a:pt x="199004" y="282727"/>
                </a:cubicBezTo>
                <a:cubicBezTo>
                  <a:pt x="213336" y="282727"/>
                  <a:pt x="224954" y="271109"/>
                  <a:pt x="224954" y="256777"/>
                </a:cubicBezTo>
                <a:close/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90DB300-8461-F496-87B5-A58C834DCA22}"/>
              </a:ext>
            </a:extLst>
          </p:cNvPr>
          <p:cNvSpPr/>
          <p:nvPr/>
        </p:nvSpPr>
        <p:spPr>
          <a:xfrm>
            <a:off x="4223699" y="4437289"/>
            <a:ext cx="411275" cy="398008"/>
          </a:xfrm>
          <a:custGeom>
            <a:avLst/>
            <a:gdLst/>
            <a:ahLst/>
            <a:cxnLst/>
            <a:rect l="0" t="0" r="0" b="0"/>
            <a:pathLst>
              <a:path w="411275" h="398008">
                <a:moveTo>
                  <a:pt x="387397" y="26533"/>
                </a:moveTo>
                <a:lnTo>
                  <a:pt x="313102" y="26533"/>
                </a:lnTo>
                <a:cubicBezTo>
                  <a:pt x="295412" y="26533"/>
                  <a:pt x="281261" y="38916"/>
                  <a:pt x="277723" y="54836"/>
                </a:cubicBezTo>
                <a:lnTo>
                  <a:pt x="240498" y="232872"/>
                </a:lnTo>
                <a:moveTo>
                  <a:pt x="0" y="0"/>
                </a:moveTo>
                <a:moveTo>
                  <a:pt x="344942" y="245881"/>
                </a:moveTo>
                <a:cubicBezTo>
                  <a:pt x="343173" y="247650"/>
                  <a:pt x="339636" y="247650"/>
                  <a:pt x="337867" y="249418"/>
                </a:cubicBezTo>
                <a:cubicBezTo>
                  <a:pt x="309564" y="260032"/>
                  <a:pt x="277723" y="254725"/>
                  <a:pt x="251189" y="238805"/>
                </a:cubicBezTo>
                <a:cubicBezTo>
                  <a:pt x="217579" y="217578"/>
                  <a:pt x="173356" y="215809"/>
                  <a:pt x="139747" y="237036"/>
                </a:cubicBezTo>
                <a:lnTo>
                  <a:pt x="134440" y="240574"/>
                </a:lnTo>
                <a:moveTo>
                  <a:pt x="332026" y="102598"/>
                </a:moveTo>
                <a:cubicBezTo>
                  <a:pt x="376052" y="102598"/>
                  <a:pt x="411275" y="137977"/>
                  <a:pt x="411275" y="182199"/>
                </a:cubicBezTo>
                <a:cubicBezTo>
                  <a:pt x="411275" y="201657"/>
                  <a:pt x="405992" y="217578"/>
                  <a:pt x="395426" y="231729"/>
                </a:cubicBezTo>
                <a:cubicBezTo>
                  <a:pt x="404232" y="244112"/>
                  <a:pt x="411275" y="258263"/>
                  <a:pt x="411275" y="275952"/>
                </a:cubicBezTo>
                <a:cubicBezTo>
                  <a:pt x="411275" y="313100"/>
                  <a:pt x="381336" y="343172"/>
                  <a:pt x="344353" y="343172"/>
                </a:cubicBezTo>
                <a:lnTo>
                  <a:pt x="305608" y="343172"/>
                </a:lnTo>
                <a:lnTo>
                  <a:pt x="323220" y="396240"/>
                </a:lnTo>
                <a:lnTo>
                  <a:pt x="323220" y="398008"/>
                </a:lnTo>
                <a:lnTo>
                  <a:pt x="268625" y="398008"/>
                </a:lnTo>
                <a:lnTo>
                  <a:pt x="251016" y="371475"/>
                </a:lnTo>
                <a:cubicBezTo>
                  <a:pt x="240448" y="380319"/>
                  <a:pt x="226360" y="385626"/>
                  <a:pt x="212271" y="385626"/>
                </a:cubicBezTo>
                <a:cubicBezTo>
                  <a:pt x="185854" y="385626"/>
                  <a:pt x="162960" y="367937"/>
                  <a:pt x="152393" y="344941"/>
                </a:cubicBezTo>
                <a:lnTo>
                  <a:pt x="80188" y="344941"/>
                </a:lnTo>
                <a:cubicBezTo>
                  <a:pt x="43205" y="344941"/>
                  <a:pt x="13266" y="314869"/>
                  <a:pt x="13266" y="277721"/>
                </a:cubicBezTo>
                <a:cubicBezTo>
                  <a:pt x="13266" y="240574"/>
                  <a:pt x="43205" y="210502"/>
                  <a:pt x="80188" y="210502"/>
                </a:cubicBezTo>
                <a:lnTo>
                  <a:pt x="81949" y="210502"/>
                </a:lnTo>
                <a:cubicBezTo>
                  <a:pt x="80188" y="205195"/>
                  <a:pt x="80188" y="201657"/>
                  <a:pt x="80188" y="196351"/>
                </a:cubicBezTo>
                <a:cubicBezTo>
                  <a:pt x="80188" y="152128"/>
                  <a:pt x="115410" y="116750"/>
                  <a:pt x="159438" y="116750"/>
                </a:cubicBezTo>
                <a:cubicBezTo>
                  <a:pt x="168243" y="116750"/>
                  <a:pt x="177048" y="118519"/>
                  <a:pt x="185854" y="122056"/>
                </a:cubicBezTo>
                <a:lnTo>
                  <a:pt x="185854" y="116750"/>
                </a:lnTo>
                <a:cubicBezTo>
                  <a:pt x="185854" y="92592"/>
                  <a:pt x="198516" y="71427"/>
                  <a:pt x="217542" y="59579"/>
                </a:cubicBezTo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65F2E94-9735-B5CD-A304-2CAB91E19E93}"/>
              </a:ext>
            </a:extLst>
          </p:cNvPr>
          <p:cNvSpPr/>
          <p:nvPr/>
        </p:nvSpPr>
        <p:spPr>
          <a:xfrm>
            <a:off x="4057862" y="2988011"/>
            <a:ext cx="773913" cy="775832"/>
          </a:xfrm>
          <a:custGeom>
            <a:avLst/>
            <a:gdLst/>
            <a:ahLst/>
            <a:cxnLst/>
            <a:rect l="0" t="0" r="0" b="0"/>
            <a:pathLst>
              <a:path w="773913" h="775832">
                <a:moveTo>
                  <a:pt x="127418" y="144480"/>
                </a:moveTo>
                <a:cubicBezTo>
                  <a:pt x="127418" y="64686"/>
                  <a:pt x="192104" y="0"/>
                  <a:pt x="271898" y="0"/>
                </a:cubicBezTo>
                <a:cubicBezTo>
                  <a:pt x="351694" y="0"/>
                  <a:pt x="416381" y="64686"/>
                  <a:pt x="416381" y="144480"/>
                </a:cubicBezTo>
                <a:cubicBezTo>
                  <a:pt x="416381" y="224275"/>
                  <a:pt x="351694" y="288961"/>
                  <a:pt x="271898" y="288961"/>
                </a:cubicBezTo>
                <a:cubicBezTo>
                  <a:pt x="192104" y="288961"/>
                  <a:pt x="127418" y="224275"/>
                  <a:pt x="127418" y="144480"/>
                </a:cubicBezTo>
                <a:close/>
                <a:moveTo>
                  <a:pt x="0" y="582506"/>
                </a:moveTo>
                <a:cubicBezTo>
                  <a:pt x="35521" y="466124"/>
                  <a:pt x="145532" y="378866"/>
                  <a:pt x="271903" y="378866"/>
                </a:cubicBezTo>
                <a:cubicBezTo>
                  <a:pt x="318686" y="378866"/>
                  <a:pt x="363228" y="390828"/>
                  <a:pt x="402579" y="411797"/>
                </a:cubicBezTo>
                <a:moveTo>
                  <a:pt x="375550" y="709320"/>
                </a:moveTo>
                <a:cubicBezTo>
                  <a:pt x="375550" y="672526"/>
                  <a:pt x="405268" y="642808"/>
                  <a:pt x="442062" y="642808"/>
                </a:cubicBezTo>
                <a:cubicBezTo>
                  <a:pt x="478856" y="642808"/>
                  <a:pt x="508574" y="672526"/>
                  <a:pt x="508574" y="709320"/>
                </a:cubicBezTo>
                <a:cubicBezTo>
                  <a:pt x="508574" y="746114"/>
                  <a:pt x="478856" y="775832"/>
                  <a:pt x="442062" y="775832"/>
                </a:cubicBezTo>
                <a:cubicBezTo>
                  <a:pt x="405268" y="775832"/>
                  <a:pt x="375550" y="746114"/>
                  <a:pt x="375550" y="709320"/>
                </a:cubicBezTo>
                <a:close/>
                <a:moveTo>
                  <a:pt x="707401" y="696230"/>
                </a:moveTo>
                <a:cubicBezTo>
                  <a:pt x="744195" y="696230"/>
                  <a:pt x="773913" y="666512"/>
                  <a:pt x="773913" y="629718"/>
                </a:cubicBezTo>
                <a:cubicBezTo>
                  <a:pt x="773913" y="592925"/>
                  <a:pt x="744195" y="563207"/>
                  <a:pt x="707401" y="563207"/>
                </a:cubicBezTo>
                <a:cubicBezTo>
                  <a:pt x="670607" y="563207"/>
                  <a:pt x="640889" y="592925"/>
                  <a:pt x="640889" y="629718"/>
                </a:cubicBezTo>
                <a:cubicBezTo>
                  <a:pt x="640889" y="666512"/>
                  <a:pt x="670607" y="696230"/>
                  <a:pt x="707401" y="696230"/>
                </a:cubicBezTo>
                <a:close/>
                <a:moveTo>
                  <a:pt x="508566" y="709317"/>
                </a:moveTo>
                <a:lnTo>
                  <a:pt x="508566" y="469096"/>
                </a:lnTo>
                <a:cubicBezTo>
                  <a:pt x="508566" y="458129"/>
                  <a:pt x="511751" y="447161"/>
                  <a:pt x="518119" y="437963"/>
                </a:cubicBezTo>
                <a:cubicBezTo>
                  <a:pt x="524487" y="428764"/>
                  <a:pt x="533331" y="422043"/>
                  <a:pt x="543945" y="418505"/>
                </a:cubicBezTo>
                <a:lnTo>
                  <a:pt x="703149" y="374281"/>
                </a:lnTo>
                <a:cubicBezTo>
                  <a:pt x="711286" y="371805"/>
                  <a:pt x="719777" y="371097"/>
                  <a:pt x="727914" y="372159"/>
                </a:cubicBezTo>
                <a:cubicBezTo>
                  <a:pt x="736051" y="373574"/>
                  <a:pt x="744188" y="376758"/>
                  <a:pt x="750910" y="381711"/>
                </a:cubicBezTo>
                <a:cubicBezTo>
                  <a:pt x="757632" y="386664"/>
                  <a:pt x="763292" y="393032"/>
                  <a:pt x="767184" y="400462"/>
                </a:cubicBezTo>
                <a:cubicBezTo>
                  <a:pt x="771075" y="407891"/>
                  <a:pt x="772844" y="416382"/>
                  <a:pt x="772844" y="424873"/>
                </a:cubicBezTo>
                <a:lnTo>
                  <a:pt x="772844" y="629715"/>
                </a:lnTo>
              </a:path>
            </a:pathLst>
          </a:custGeom>
          <a:noFill/>
          <a:ln w="1326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9290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15119" y="4125015"/>
            <a:ext cx="760667" cy="114300"/>
            <a:chOff x="457200" y="2028825"/>
            <a:chExt cx="571500" cy="11430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E88E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486619" y="4125015"/>
            <a:ext cx="760667" cy="114300"/>
            <a:chOff x="1028700" y="2028825"/>
            <a:chExt cx="571500" cy="114300"/>
          </a:xfrm>
        </p:grpSpPr>
        <p:sp>
          <p:nvSpPr>
            <p:cNvPr id="5" name="Rounded Rectangle 4"/>
            <p:cNvSpPr/>
            <p:nvPr/>
          </p:nvSpPr>
          <p:spPr>
            <a:xfrm>
              <a:off x="1028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8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58119" y="4125015"/>
            <a:ext cx="760667" cy="114300"/>
            <a:chOff x="1600200" y="2028825"/>
            <a:chExt cx="571500" cy="114300"/>
          </a:xfrm>
        </p:grpSpPr>
        <p:sp>
          <p:nvSpPr>
            <p:cNvPr id="8" name="Rounded Rectangle 7"/>
            <p:cNvSpPr/>
            <p:nvPr/>
          </p:nvSpPr>
          <p:spPr>
            <a:xfrm>
              <a:off x="1600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00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629619" y="4125015"/>
            <a:ext cx="760667" cy="114300"/>
            <a:chOff x="2171700" y="2028825"/>
            <a:chExt cx="571500" cy="114300"/>
          </a:xfrm>
        </p:grpSpPr>
        <p:sp>
          <p:nvSpPr>
            <p:cNvPr id="11" name="Rounded Rectangle 10"/>
            <p:cNvSpPr/>
            <p:nvPr/>
          </p:nvSpPr>
          <p:spPr>
            <a:xfrm>
              <a:off x="2171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171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01119" y="4125015"/>
            <a:ext cx="760667" cy="114300"/>
            <a:chOff x="2743200" y="2028825"/>
            <a:chExt cx="571500" cy="114300"/>
          </a:xfrm>
        </p:grpSpPr>
        <p:sp>
          <p:nvSpPr>
            <p:cNvPr id="14" name="Rounded Rectangle 13"/>
            <p:cNvSpPr/>
            <p:nvPr/>
          </p:nvSpPr>
          <p:spPr>
            <a:xfrm>
              <a:off x="2743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7432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772619" y="4125015"/>
            <a:ext cx="760667" cy="114300"/>
            <a:chOff x="3314700" y="2028825"/>
            <a:chExt cx="571500" cy="114300"/>
          </a:xfrm>
        </p:grpSpPr>
        <p:sp>
          <p:nvSpPr>
            <p:cNvPr id="17" name="Rounded Rectangle 16"/>
            <p:cNvSpPr/>
            <p:nvPr/>
          </p:nvSpPr>
          <p:spPr>
            <a:xfrm>
              <a:off x="3314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314700" y="2028825"/>
              <a:ext cx="571500" cy="114300"/>
            </a:xfrm>
            <a:custGeom>
              <a:avLst/>
              <a:gdLst/>
              <a:ahLst/>
              <a:cxnLst/>
              <a:rect l="0" t="0" r="0" b="0"/>
              <a:pathLst>
                <a:path w="571500" h="114300">
                  <a:moveTo>
                    <a:pt x="0" y="0"/>
                  </a:moveTo>
                  <a:lnTo>
                    <a:pt x="571500" y="0"/>
                  </a:lnTo>
                  <a:lnTo>
                    <a:pt x="571500" y="114300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344118" y="4085538"/>
            <a:ext cx="760667" cy="193262"/>
            <a:chOff x="3886199" y="1989348"/>
            <a:chExt cx="571500" cy="193262"/>
          </a:xfrm>
        </p:grpSpPr>
        <p:sp>
          <p:nvSpPr>
            <p:cNvPr id="20" name="Rounded Rectangle 19"/>
            <p:cNvSpPr/>
            <p:nvPr/>
          </p:nvSpPr>
          <p:spPr>
            <a:xfrm>
              <a:off x="3886199" y="1989348"/>
              <a:ext cx="571500" cy="193262"/>
            </a:xfrm>
            <a:custGeom>
              <a:avLst/>
              <a:gdLst/>
              <a:ahLst/>
              <a:cxnLst/>
              <a:rect l="0" t="0" r="0" b="0"/>
              <a:pathLst>
                <a:path w="571500" h="193262">
                  <a:moveTo>
                    <a:pt x="571500" y="96678"/>
                  </a:moveTo>
                  <a:lnTo>
                    <a:pt x="505401" y="144970"/>
                  </a:lnTo>
                  <a:lnTo>
                    <a:pt x="493294" y="153828"/>
                  </a:lnTo>
                  <a:lnTo>
                    <a:pt x="439303" y="193262"/>
                  </a:lnTo>
                  <a:lnTo>
                    <a:pt x="439303" y="153828"/>
                  </a:lnTo>
                  <a:lnTo>
                    <a:pt x="0" y="153828"/>
                  </a:lnTo>
                  <a:lnTo>
                    <a:pt x="0" y="39528"/>
                  </a:lnTo>
                  <a:lnTo>
                    <a:pt x="439303" y="39528"/>
                  </a:lnTo>
                  <a:lnTo>
                    <a:pt x="439303" y="0"/>
                  </a:lnTo>
                  <a:lnTo>
                    <a:pt x="493370" y="39528"/>
                  </a:lnTo>
                  <a:lnTo>
                    <a:pt x="505401" y="48291"/>
                  </a:ln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886199" y="1989348"/>
              <a:ext cx="571500" cy="193262"/>
            </a:xfrm>
            <a:custGeom>
              <a:avLst/>
              <a:gdLst/>
              <a:ahLst/>
              <a:cxnLst/>
              <a:rect l="0" t="0" r="0" b="0"/>
              <a:pathLst>
                <a:path w="571500" h="193262">
                  <a:moveTo>
                    <a:pt x="571500" y="96678"/>
                  </a:moveTo>
                  <a:lnTo>
                    <a:pt x="505401" y="144970"/>
                  </a:lnTo>
                  <a:lnTo>
                    <a:pt x="493294" y="153828"/>
                  </a:lnTo>
                  <a:lnTo>
                    <a:pt x="439303" y="193262"/>
                  </a:lnTo>
                  <a:lnTo>
                    <a:pt x="439303" y="153828"/>
                  </a:lnTo>
                  <a:lnTo>
                    <a:pt x="0" y="153828"/>
                  </a:lnTo>
                  <a:lnTo>
                    <a:pt x="0" y="39528"/>
                  </a:lnTo>
                  <a:lnTo>
                    <a:pt x="439303" y="39528"/>
                  </a:lnTo>
                  <a:lnTo>
                    <a:pt x="439303" y="0"/>
                  </a:lnTo>
                  <a:lnTo>
                    <a:pt x="493370" y="39528"/>
                  </a:lnTo>
                  <a:lnTo>
                    <a:pt x="505401" y="48291"/>
                  </a:lnTo>
                  <a:close/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10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056117" y="3705915"/>
            <a:ext cx="1102866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46432D"/>
                </a:solidFill>
              </a:rPr>
              <a:t>The most relevant
snippet is retrieved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1393" y="3591615"/>
            <a:ext cx="948978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43A3A"/>
                </a:solidFill>
              </a:rPr>
              <a:t>LLM generates a
human-readable
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4393" y="3591615"/>
            <a:ext cx="958596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374840"/>
                </a:solidFill>
              </a:rPr>
              <a:t>Embeddings are
created using
specified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2921" y="3705915"/>
            <a:ext cx="1054776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3A4455"/>
                </a:solidFill>
              </a:rPr>
              <a:t>User uploads a file
or specifies a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9653" y="3354728"/>
            <a:ext cx="1019510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55753"/>
                </a:solidFill>
              </a:rPr>
              <a:t>Generate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9474" y="3469028"/>
            <a:ext cx="97462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0CB15"/>
                </a:solidFill>
              </a:rPr>
              <a:t>Retrieve Snippet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9369" y="3469028"/>
            <a:ext cx="658835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4E88E7"/>
                </a:solidFill>
              </a:rPr>
              <a:t>Upload 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2221" y="3230903"/>
            <a:ext cx="714939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3CC583"/>
                </a:solidFill>
              </a:rPr>
              <a:t>Generate
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5856" y="4848915"/>
            <a:ext cx="1131720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4C4034"/>
                </a:solidFill>
              </a:rPr>
              <a:t>Snippet is passed to
LLM for answer
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4347" y="4488203"/>
            <a:ext cx="602729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EABDA"/>
                </a:solidFill>
              </a:rPr>
              <a:t>Break into
Chunks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4470" y="4488203"/>
            <a:ext cx="541815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92BD39"/>
                </a:solidFill>
              </a:rPr>
              <a:t>Semantic
Querying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0694" y="4612028"/>
            <a:ext cx="928139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DE8431"/>
                </a:solidFill>
              </a:rPr>
              <a:t>LLM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0731" y="4848915"/>
            <a:ext cx="1030731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32444A"/>
                </a:solidFill>
              </a:rPr>
              <a:t>Content is divided
into smaller
segments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8736" y="4848915"/>
            <a:ext cx="1136530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424736"/>
                </a:solidFill>
              </a:rPr>
              <a:t>User asks a
question to retrieve
relevant snippets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789" y="549820"/>
            <a:ext cx="4784195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Embeddings Builder Workflow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B7EBC-806A-6F1D-19B8-ECAAFAFF5913}"/>
              </a:ext>
            </a:extLst>
          </p:cNvPr>
          <p:cNvSpPr txBox="1"/>
          <p:nvPr/>
        </p:nvSpPr>
        <p:spPr>
          <a:xfrm>
            <a:off x="723194" y="1541108"/>
            <a:ext cx="63666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dirty="0"/>
              <a:t>Enables </a:t>
            </a:r>
            <a:r>
              <a:rPr lang="en-IN" b="1" dirty="0"/>
              <a:t>semantic search and question-answering</a:t>
            </a:r>
            <a:r>
              <a:rPr lang="en-IN" dirty="0"/>
              <a:t> over large documents, codebases, or datasets using vector embeddings and </a:t>
            </a:r>
            <a:r>
              <a:rPr lang="en-IN" b="1" dirty="0"/>
              <a:t>FAISS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68615" y="1755887"/>
            <a:ext cx="1796534" cy="1506365"/>
            <a:chOff x="2090227" y="1086010"/>
            <a:chExt cx="1796534" cy="1506365"/>
          </a:xfrm>
        </p:grpSpPr>
        <p:sp>
          <p:nvSpPr>
            <p:cNvPr id="2" name="Rounded Rectangle 1"/>
            <p:cNvSpPr/>
            <p:nvPr/>
          </p:nvSpPr>
          <p:spPr>
            <a:xfrm>
              <a:off x="2090227" y="1086010"/>
              <a:ext cx="1796534" cy="1506364"/>
            </a:xfrm>
            <a:custGeom>
              <a:avLst/>
              <a:gdLst/>
              <a:ahLst/>
              <a:cxnLst/>
              <a:rect l="0" t="0" r="0" b="0"/>
              <a:pathLst>
                <a:path w="1796534" h="1506364">
                  <a:moveTo>
                    <a:pt x="1593159" y="1266748"/>
                  </a:moveTo>
                  <a:cubicBezTo>
                    <a:pt x="1336031" y="1335645"/>
                    <a:pt x="1078307" y="1403249"/>
                    <a:pt x="821096" y="1472163"/>
                  </a:cubicBezTo>
                  <a:cubicBezTo>
                    <a:pt x="693461" y="1506364"/>
                    <a:pt x="562269" y="1430625"/>
                    <a:pt x="528070" y="1302989"/>
                  </a:cubicBezTo>
                  <a:cubicBezTo>
                    <a:pt x="493870" y="1175352"/>
                    <a:pt x="569614" y="1044157"/>
                    <a:pt x="697248" y="1009964"/>
                  </a:cubicBezTo>
                  <a:lnTo>
                    <a:pt x="912432" y="952308"/>
                  </a:lnTo>
                  <a:lnTo>
                    <a:pt x="152340" y="513466"/>
                  </a:lnTo>
                  <a:cubicBezTo>
                    <a:pt x="38876" y="447957"/>
                    <a:pt x="0" y="302871"/>
                    <a:pt x="65508" y="189407"/>
                  </a:cubicBezTo>
                  <a:cubicBezTo>
                    <a:pt x="131016" y="75942"/>
                    <a:pt x="276102" y="37067"/>
                    <a:pt x="389566" y="102575"/>
                  </a:cubicBezTo>
                  <a:lnTo>
                    <a:pt x="1151376" y="542405"/>
                  </a:lnTo>
                  <a:lnTo>
                    <a:pt x="1093720" y="327226"/>
                  </a:lnTo>
                  <a:cubicBezTo>
                    <a:pt x="1059519" y="199591"/>
                    <a:pt x="1135258" y="68399"/>
                    <a:pt x="1262894" y="34200"/>
                  </a:cubicBezTo>
                  <a:cubicBezTo>
                    <a:pt x="1390531" y="0"/>
                    <a:pt x="1521726" y="75744"/>
                    <a:pt x="1555919" y="203378"/>
                  </a:cubicBezTo>
                  <a:lnTo>
                    <a:pt x="1762333" y="973723"/>
                  </a:lnTo>
                  <a:cubicBezTo>
                    <a:pt x="1796534" y="1101351"/>
                    <a:pt x="1720787" y="1232547"/>
                    <a:pt x="1593159" y="1266748"/>
                  </a:cubicBezTo>
                  <a:close/>
                </a:path>
              </a:pathLst>
            </a:custGeom>
            <a:solidFill>
              <a:srgbClr val="92BD3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090227" y="1086010"/>
              <a:ext cx="1796534" cy="1506365"/>
            </a:xfrm>
            <a:custGeom>
              <a:avLst/>
              <a:gdLst/>
              <a:ahLst/>
              <a:cxnLst/>
              <a:rect l="0" t="0" r="0" b="0"/>
              <a:pathLst>
                <a:path w="1796534" h="1506365">
                  <a:moveTo>
                    <a:pt x="1593155" y="1266747"/>
                  </a:moveTo>
                  <a:cubicBezTo>
                    <a:pt x="1336032" y="1335643"/>
                    <a:pt x="1078304" y="1403247"/>
                    <a:pt x="821096" y="1472166"/>
                  </a:cubicBezTo>
                  <a:cubicBezTo>
                    <a:pt x="693461" y="1506365"/>
                    <a:pt x="562269" y="1430622"/>
                    <a:pt x="528070" y="1302988"/>
                  </a:cubicBezTo>
                  <a:cubicBezTo>
                    <a:pt x="493870" y="1175353"/>
                    <a:pt x="569614" y="1044161"/>
                    <a:pt x="697248" y="1009961"/>
                  </a:cubicBezTo>
                  <a:lnTo>
                    <a:pt x="912429" y="952304"/>
                  </a:lnTo>
                  <a:lnTo>
                    <a:pt x="152340" y="513466"/>
                  </a:lnTo>
                  <a:cubicBezTo>
                    <a:pt x="38876" y="447957"/>
                    <a:pt x="0" y="302871"/>
                    <a:pt x="65508" y="189407"/>
                  </a:cubicBezTo>
                  <a:cubicBezTo>
                    <a:pt x="131016" y="75942"/>
                    <a:pt x="276102" y="37067"/>
                    <a:pt x="389566" y="102575"/>
                  </a:cubicBezTo>
                  <a:lnTo>
                    <a:pt x="1151374" y="542405"/>
                  </a:lnTo>
                  <a:lnTo>
                    <a:pt x="1093717" y="327226"/>
                  </a:lnTo>
                  <a:cubicBezTo>
                    <a:pt x="1059518" y="199591"/>
                    <a:pt x="1135262" y="68399"/>
                    <a:pt x="1262895" y="34200"/>
                  </a:cubicBezTo>
                  <a:cubicBezTo>
                    <a:pt x="1390530" y="0"/>
                    <a:pt x="1521722" y="75744"/>
                    <a:pt x="1555922" y="203378"/>
                  </a:cubicBezTo>
                  <a:lnTo>
                    <a:pt x="1762335" y="973721"/>
                  </a:lnTo>
                  <a:cubicBezTo>
                    <a:pt x="1796534" y="1101355"/>
                    <a:pt x="1720790" y="1232548"/>
                    <a:pt x="1593155" y="1266747"/>
                  </a:cubicBezTo>
                  <a:close/>
                </a:path>
              </a:pathLst>
            </a:custGeom>
            <a:noFill/>
            <a:ln w="125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684057" y="3240546"/>
            <a:ext cx="1653088" cy="1955087"/>
            <a:chOff x="3205669" y="2570669"/>
            <a:chExt cx="1653088" cy="1955087"/>
          </a:xfrm>
        </p:grpSpPr>
        <p:sp>
          <p:nvSpPr>
            <p:cNvPr id="5" name="Rounded Rectangle 4"/>
            <p:cNvSpPr/>
            <p:nvPr/>
          </p:nvSpPr>
          <p:spPr>
            <a:xfrm>
              <a:off x="3205669" y="2570669"/>
              <a:ext cx="1653088" cy="1955087"/>
            </a:xfrm>
            <a:custGeom>
              <a:avLst/>
              <a:gdLst/>
              <a:ahLst/>
              <a:cxnLst/>
              <a:rect l="0" t="0" r="0" b="0"/>
              <a:pathLst>
                <a:path w="1653088" h="1955087">
                  <a:moveTo>
                    <a:pt x="995725" y="93435"/>
                  </a:moveTo>
                  <a:cubicBezTo>
                    <a:pt x="1183947" y="281662"/>
                    <a:pt x="1371363" y="471059"/>
                    <a:pt x="1559653" y="659348"/>
                  </a:cubicBezTo>
                  <a:cubicBezTo>
                    <a:pt x="1653088" y="752783"/>
                    <a:pt x="1653088" y="904270"/>
                    <a:pt x="1559653" y="997706"/>
                  </a:cubicBezTo>
                  <a:cubicBezTo>
                    <a:pt x="1466218" y="1091141"/>
                    <a:pt x="1314731" y="1091141"/>
                    <a:pt x="1221296" y="997706"/>
                  </a:cubicBezTo>
                  <a:lnTo>
                    <a:pt x="1063774" y="840184"/>
                  </a:lnTo>
                  <a:lnTo>
                    <a:pt x="1063774" y="1717855"/>
                  </a:lnTo>
                  <a:cubicBezTo>
                    <a:pt x="1063774" y="1848875"/>
                    <a:pt x="957561" y="1955087"/>
                    <a:pt x="826542" y="1955087"/>
                  </a:cubicBezTo>
                  <a:cubicBezTo>
                    <a:pt x="695525" y="1955087"/>
                    <a:pt x="589314" y="1848875"/>
                    <a:pt x="589314" y="1717855"/>
                  </a:cubicBezTo>
                  <a:lnTo>
                    <a:pt x="589314" y="838200"/>
                  </a:lnTo>
                  <a:lnTo>
                    <a:pt x="431792" y="995725"/>
                  </a:lnTo>
                  <a:cubicBezTo>
                    <a:pt x="338357" y="1089160"/>
                    <a:pt x="186869" y="1089160"/>
                    <a:pt x="93435" y="995725"/>
                  </a:cubicBezTo>
                  <a:cubicBezTo>
                    <a:pt x="0" y="902289"/>
                    <a:pt x="0" y="750799"/>
                    <a:pt x="93435" y="657364"/>
                  </a:cubicBezTo>
                  <a:lnTo>
                    <a:pt x="657364" y="93435"/>
                  </a:lnTo>
                  <a:cubicBezTo>
                    <a:pt x="750799" y="0"/>
                    <a:pt x="902289" y="0"/>
                    <a:pt x="995725" y="93435"/>
                  </a:cubicBezTo>
                  <a:close/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05669" y="2570669"/>
              <a:ext cx="1653085" cy="1955086"/>
            </a:xfrm>
            <a:custGeom>
              <a:avLst/>
              <a:gdLst/>
              <a:ahLst/>
              <a:cxnLst/>
              <a:rect l="0" t="0" r="0" b="0"/>
              <a:pathLst>
                <a:path w="1653085" h="1955086">
                  <a:moveTo>
                    <a:pt x="995722" y="93435"/>
                  </a:moveTo>
                  <a:cubicBezTo>
                    <a:pt x="1183950" y="281662"/>
                    <a:pt x="1371361" y="471059"/>
                    <a:pt x="1559651" y="659348"/>
                  </a:cubicBezTo>
                  <a:cubicBezTo>
                    <a:pt x="1653085" y="752783"/>
                    <a:pt x="1653085" y="904271"/>
                    <a:pt x="1559651" y="997706"/>
                  </a:cubicBezTo>
                  <a:cubicBezTo>
                    <a:pt x="1466215" y="1091141"/>
                    <a:pt x="1314727" y="1091141"/>
                    <a:pt x="1221293" y="997706"/>
                  </a:cubicBezTo>
                  <a:lnTo>
                    <a:pt x="1063770" y="840184"/>
                  </a:lnTo>
                  <a:lnTo>
                    <a:pt x="1063770" y="1717859"/>
                  </a:lnTo>
                  <a:cubicBezTo>
                    <a:pt x="1063770" y="1848875"/>
                    <a:pt x="957560" y="1955086"/>
                    <a:pt x="826542" y="1955086"/>
                  </a:cubicBezTo>
                  <a:cubicBezTo>
                    <a:pt x="695525" y="1955086"/>
                    <a:pt x="589314" y="1848876"/>
                    <a:pt x="589314" y="1717859"/>
                  </a:cubicBezTo>
                  <a:lnTo>
                    <a:pt x="589314" y="838200"/>
                  </a:lnTo>
                  <a:lnTo>
                    <a:pt x="431792" y="995722"/>
                  </a:lnTo>
                  <a:cubicBezTo>
                    <a:pt x="338357" y="1089157"/>
                    <a:pt x="186869" y="1089157"/>
                    <a:pt x="93435" y="995722"/>
                  </a:cubicBezTo>
                  <a:cubicBezTo>
                    <a:pt x="0" y="902287"/>
                    <a:pt x="0" y="750799"/>
                    <a:pt x="93435" y="657364"/>
                  </a:cubicBezTo>
                  <a:lnTo>
                    <a:pt x="657364" y="93435"/>
                  </a:lnTo>
                  <a:cubicBezTo>
                    <a:pt x="750799" y="0"/>
                    <a:pt x="902288" y="0"/>
                    <a:pt x="995722" y="93435"/>
                  </a:cubicBezTo>
                  <a:close/>
                </a:path>
              </a:pathLst>
            </a:custGeom>
            <a:noFill/>
            <a:ln w="125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56271" y="1755116"/>
            <a:ext cx="1796536" cy="1508353"/>
            <a:chOff x="4177883" y="1085239"/>
            <a:chExt cx="1796536" cy="1508353"/>
          </a:xfrm>
        </p:grpSpPr>
        <p:sp>
          <p:nvSpPr>
            <p:cNvPr id="8" name="Rounded Rectangle 7"/>
            <p:cNvSpPr/>
            <p:nvPr/>
          </p:nvSpPr>
          <p:spPr>
            <a:xfrm>
              <a:off x="4177883" y="1085239"/>
              <a:ext cx="1796534" cy="1508353"/>
            </a:xfrm>
            <a:custGeom>
              <a:avLst/>
              <a:gdLst/>
              <a:ahLst/>
              <a:cxnLst/>
              <a:rect l="0" t="0" r="0" b="0"/>
              <a:pathLst>
                <a:path w="1796534" h="1508353">
                  <a:moveTo>
                    <a:pt x="34200" y="974714"/>
                  </a:moveTo>
                  <a:cubicBezTo>
                    <a:pt x="103096" y="717588"/>
                    <a:pt x="173412" y="460586"/>
                    <a:pt x="242331" y="203378"/>
                  </a:cubicBezTo>
                  <a:cubicBezTo>
                    <a:pt x="276531" y="75744"/>
                    <a:pt x="407723" y="0"/>
                    <a:pt x="535358" y="34200"/>
                  </a:cubicBezTo>
                  <a:cubicBezTo>
                    <a:pt x="662992" y="68399"/>
                    <a:pt x="738736" y="199591"/>
                    <a:pt x="704536" y="327226"/>
                  </a:cubicBezTo>
                  <a:lnTo>
                    <a:pt x="646879" y="542406"/>
                  </a:lnTo>
                  <a:lnTo>
                    <a:pt x="1406968" y="103568"/>
                  </a:lnTo>
                  <a:cubicBezTo>
                    <a:pt x="1520434" y="38060"/>
                    <a:pt x="1665515" y="76936"/>
                    <a:pt x="1731029" y="190400"/>
                  </a:cubicBezTo>
                  <a:cubicBezTo>
                    <a:pt x="1796534" y="303864"/>
                    <a:pt x="1757657" y="448949"/>
                    <a:pt x="1644200" y="514458"/>
                  </a:cubicBezTo>
                  <a:lnTo>
                    <a:pt x="882387" y="954289"/>
                  </a:lnTo>
                  <a:lnTo>
                    <a:pt x="1097565" y="1011945"/>
                  </a:lnTo>
                  <a:cubicBezTo>
                    <a:pt x="1225201" y="1046146"/>
                    <a:pt x="1300949" y="1177333"/>
                    <a:pt x="1266748" y="1304970"/>
                  </a:cubicBezTo>
                  <a:cubicBezTo>
                    <a:pt x="1232547" y="1432606"/>
                    <a:pt x="1101351" y="1508353"/>
                    <a:pt x="973723" y="1474152"/>
                  </a:cubicBezTo>
                  <a:lnTo>
                    <a:pt x="203378" y="1267738"/>
                  </a:lnTo>
                  <a:cubicBezTo>
                    <a:pt x="75744" y="1233537"/>
                    <a:pt x="0" y="1102342"/>
                    <a:pt x="34200" y="974714"/>
                  </a:cubicBezTo>
                  <a:close/>
                </a:path>
              </a:pathLst>
            </a:custGeom>
            <a:solidFill>
              <a:srgbClr val="1EA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177883" y="1085239"/>
              <a:ext cx="1796536" cy="1508350"/>
            </a:xfrm>
            <a:custGeom>
              <a:avLst/>
              <a:gdLst/>
              <a:ahLst/>
              <a:cxnLst/>
              <a:rect l="0" t="0" r="0" b="0"/>
              <a:pathLst>
                <a:path w="1796536" h="1508350">
                  <a:moveTo>
                    <a:pt x="34200" y="974711"/>
                  </a:moveTo>
                  <a:cubicBezTo>
                    <a:pt x="103096" y="717588"/>
                    <a:pt x="173412" y="460586"/>
                    <a:pt x="242331" y="203378"/>
                  </a:cubicBezTo>
                  <a:cubicBezTo>
                    <a:pt x="276531" y="75743"/>
                    <a:pt x="407723" y="0"/>
                    <a:pt x="535358" y="34200"/>
                  </a:cubicBezTo>
                  <a:cubicBezTo>
                    <a:pt x="662992" y="68399"/>
                    <a:pt x="738736" y="199591"/>
                    <a:pt x="704536" y="327226"/>
                  </a:cubicBezTo>
                  <a:lnTo>
                    <a:pt x="646879" y="542406"/>
                  </a:lnTo>
                  <a:lnTo>
                    <a:pt x="1406968" y="103568"/>
                  </a:lnTo>
                  <a:cubicBezTo>
                    <a:pt x="1520432" y="38060"/>
                    <a:pt x="1665519" y="76936"/>
                    <a:pt x="1731028" y="190400"/>
                  </a:cubicBezTo>
                  <a:cubicBezTo>
                    <a:pt x="1796536" y="303864"/>
                    <a:pt x="1757661" y="448949"/>
                    <a:pt x="1644196" y="514458"/>
                  </a:cubicBezTo>
                  <a:lnTo>
                    <a:pt x="882389" y="954288"/>
                  </a:lnTo>
                  <a:lnTo>
                    <a:pt x="1097568" y="1011945"/>
                  </a:lnTo>
                  <a:cubicBezTo>
                    <a:pt x="1225202" y="1046144"/>
                    <a:pt x="1300946" y="1177337"/>
                    <a:pt x="1266747" y="1304971"/>
                  </a:cubicBezTo>
                  <a:cubicBezTo>
                    <a:pt x="1232548" y="1432606"/>
                    <a:pt x="1101355" y="1508350"/>
                    <a:pt x="973721" y="1474150"/>
                  </a:cubicBezTo>
                  <a:lnTo>
                    <a:pt x="203378" y="1267737"/>
                  </a:lnTo>
                  <a:cubicBezTo>
                    <a:pt x="75743" y="1233538"/>
                    <a:pt x="0" y="1102346"/>
                    <a:pt x="34200" y="974711"/>
                  </a:cubicBezTo>
                  <a:close/>
                </a:path>
              </a:pathLst>
            </a:custGeom>
            <a:noFill/>
            <a:ln w="12591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40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4227" y="342668"/>
            <a:ext cx="6566028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Tools for Visualizing Software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98" y="2143184"/>
            <a:ext cx="1624416" cy="2468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92BD39"/>
                </a:solidFill>
                <a:latin typeface="Roboto"/>
              </a:rPr>
              <a:t>Database Schemas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0255" y="2042445"/>
            <a:ext cx="76142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ABDA"/>
                </a:solidFill>
              </a:rPr>
              <a:t>UML Class
Diagrams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936" y="2466388"/>
            <a:ext cx="1571841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424736"/>
                </a:solidFill>
              </a:rPr>
              <a:t>Blueprint of database
structure and
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0255" y="2567127"/>
            <a:ext cx="1574046" cy="528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2444A"/>
                </a:solidFill>
                <a:latin typeface="Roboto"/>
              </a:rPr>
              <a:t>Visual representation of
classes and their
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0301" y="5417201"/>
            <a:ext cx="812338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3CC583"/>
                </a:solidFill>
              </a:rPr>
              <a:t>Flowcharts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5652" y="5740405"/>
            <a:ext cx="1815241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374840"/>
                </a:solidFill>
              </a:rPr>
              <a:t>Graphical representation
of process steps and
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7036" y="2398180"/>
            <a:ext cx="472213" cy="472213"/>
          </a:xfrm>
          <a:custGeom>
            <a:avLst/>
            <a:gdLst/>
            <a:ahLst/>
            <a:cxnLst/>
            <a:rect l="0" t="0" r="0" b="0"/>
            <a:pathLst>
              <a:path w="472213" h="472213">
                <a:moveTo>
                  <a:pt x="430239" y="0"/>
                </a:moveTo>
                <a:cubicBezTo>
                  <a:pt x="453325" y="0"/>
                  <a:pt x="472213" y="18888"/>
                  <a:pt x="472213" y="41974"/>
                </a:cubicBezTo>
                <a:lnTo>
                  <a:pt x="472213" y="125923"/>
                </a:lnTo>
                <a:lnTo>
                  <a:pt x="0" y="125923"/>
                </a:lnTo>
                <a:lnTo>
                  <a:pt x="0" y="41974"/>
                </a:lnTo>
                <a:cubicBezTo>
                  <a:pt x="0" y="18888"/>
                  <a:pt x="18888" y="0"/>
                  <a:pt x="41974" y="0"/>
                </a:cubicBezTo>
                <a:close/>
                <a:moveTo>
                  <a:pt x="157404" y="125923"/>
                </a:moveTo>
                <a:lnTo>
                  <a:pt x="157404" y="373573"/>
                </a:lnTo>
                <a:lnTo>
                  <a:pt x="41974" y="373573"/>
                </a:lnTo>
                <a:cubicBezTo>
                  <a:pt x="18888" y="373573"/>
                  <a:pt x="0" y="354685"/>
                  <a:pt x="0" y="331599"/>
                </a:cubicBezTo>
                <a:lnTo>
                  <a:pt x="0" y="125923"/>
                </a:lnTo>
                <a:close/>
                <a:moveTo>
                  <a:pt x="157404" y="251847"/>
                </a:moveTo>
                <a:lnTo>
                  <a:pt x="0" y="251847"/>
                </a:lnTo>
                <a:moveTo>
                  <a:pt x="157404" y="373573"/>
                </a:moveTo>
                <a:lnTo>
                  <a:pt x="209872" y="373573"/>
                </a:lnTo>
                <a:moveTo>
                  <a:pt x="209872" y="251847"/>
                </a:moveTo>
                <a:lnTo>
                  <a:pt x="157404" y="251847"/>
                </a:lnTo>
                <a:moveTo>
                  <a:pt x="314809" y="125923"/>
                </a:moveTo>
                <a:lnTo>
                  <a:pt x="472213" y="125923"/>
                </a:lnTo>
                <a:lnTo>
                  <a:pt x="472213" y="167898"/>
                </a:lnTo>
                <a:moveTo>
                  <a:pt x="377771" y="283328"/>
                </a:moveTo>
                <a:cubicBezTo>
                  <a:pt x="429930" y="283328"/>
                  <a:pt x="472213" y="269233"/>
                  <a:pt x="472213" y="251847"/>
                </a:cubicBezTo>
                <a:cubicBezTo>
                  <a:pt x="472213" y="234461"/>
                  <a:pt x="429930" y="220366"/>
                  <a:pt x="377771" y="220366"/>
                </a:cubicBezTo>
                <a:cubicBezTo>
                  <a:pt x="325611" y="220366"/>
                  <a:pt x="283328" y="234461"/>
                  <a:pt x="283328" y="251847"/>
                </a:cubicBezTo>
                <a:cubicBezTo>
                  <a:pt x="283328" y="269233"/>
                  <a:pt x="325611" y="283328"/>
                  <a:pt x="377771" y="283328"/>
                </a:cubicBezTo>
                <a:close/>
                <a:moveTo>
                  <a:pt x="472213" y="251847"/>
                </a:moveTo>
                <a:lnTo>
                  <a:pt x="472213" y="346290"/>
                </a:lnTo>
                <a:cubicBezTo>
                  <a:pt x="472213" y="363080"/>
                  <a:pt x="430239" y="377771"/>
                  <a:pt x="377771" y="377771"/>
                </a:cubicBezTo>
                <a:cubicBezTo>
                  <a:pt x="325302" y="377771"/>
                  <a:pt x="283328" y="363080"/>
                  <a:pt x="283328" y="346290"/>
                </a:cubicBezTo>
                <a:lnTo>
                  <a:pt x="283328" y="251847"/>
                </a:lnTo>
                <a:moveTo>
                  <a:pt x="472213" y="346290"/>
                </a:moveTo>
                <a:lnTo>
                  <a:pt x="472213" y="440733"/>
                </a:lnTo>
                <a:cubicBezTo>
                  <a:pt x="472213" y="457522"/>
                  <a:pt x="430239" y="472213"/>
                  <a:pt x="377771" y="472213"/>
                </a:cubicBezTo>
                <a:cubicBezTo>
                  <a:pt x="325302" y="472213"/>
                  <a:pt x="283328" y="457522"/>
                  <a:pt x="283328" y="440733"/>
                </a:cubicBezTo>
                <a:lnTo>
                  <a:pt x="283328" y="346290"/>
                </a:lnTo>
                <a:moveTo>
                  <a:pt x="314809" y="161907"/>
                </a:moveTo>
                <a:lnTo>
                  <a:pt x="314809" y="125923"/>
                </a:lnTo>
              </a:path>
            </a:pathLst>
          </a:custGeom>
          <a:noFill/>
          <a:ln w="125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4926643" y="2413920"/>
            <a:ext cx="472213" cy="440733"/>
          </a:xfrm>
          <a:custGeom>
            <a:avLst/>
            <a:gdLst/>
            <a:ahLst/>
            <a:cxnLst/>
            <a:rect l="0" t="0" r="0" b="0"/>
            <a:pathLst>
              <a:path w="472213" h="440733">
                <a:moveTo>
                  <a:pt x="272834" y="136417"/>
                </a:moveTo>
                <a:lnTo>
                  <a:pt x="83949" y="136417"/>
                </a:lnTo>
                <a:cubicBezTo>
                  <a:pt x="77652" y="136417"/>
                  <a:pt x="73455" y="132219"/>
                  <a:pt x="73455" y="125923"/>
                </a:cubicBezTo>
                <a:lnTo>
                  <a:pt x="73455" y="62961"/>
                </a:lnTo>
                <a:cubicBezTo>
                  <a:pt x="73455" y="56665"/>
                  <a:pt x="77652" y="52468"/>
                  <a:pt x="83949" y="52468"/>
                </a:cubicBezTo>
                <a:lnTo>
                  <a:pt x="272834" y="52468"/>
                </a:lnTo>
                <a:cubicBezTo>
                  <a:pt x="279130" y="52468"/>
                  <a:pt x="283328" y="56665"/>
                  <a:pt x="283328" y="62961"/>
                </a:cubicBezTo>
                <a:lnTo>
                  <a:pt x="283328" y="125923"/>
                </a:lnTo>
                <a:cubicBezTo>
                  <a:pt x="283328" y="130121"/>
                  <a:pt x="279130" y="136417"/>
                  <a:pt x="272834" y="136417"/>
                </a:cubicBezTo>
                <a:close/>
                <a:moveTo>
                  <a:pt x="272834" y="335796"/>
                </a:moveTo>
                <a:lnTo>
                  <a:pt x="83949" y="335796"/>
                </a:lnTo>
                <a:cubicBezTo>
                  <a:pt x="77652" y="335796"/>
                  <a:pt x="73455" y="331599"/>
                  <a:pt x="73455" y="325302"/>
                </a:cubicBezTo>
                <a:lnTo>
                  <a:pt x="73455" y="262341"/>
                </a:lnTo>
                <a:cubicBezTo>
                  <a:pt x="73455" y="256044"/>
                  <a:pt x="77652" y="251847"/>
                  <a:pt x="83949" y="251847"/>
                </a:cubicBezTo>
                <a:lnTo>
                  <a:pt x="272834" y="251847"/>
                </a:lnTo>
                <a:cubicBezTo>
                  <a:pt x="279130" y="251847"/>
                  <a:pt x="283328" y="256044"/>
                  <a:pt x="283328" y="262341"/>
                </a:cubicBezTo>
                <a:lnTo>
                  <a:pt x="283328" y="325302"/>
                </a:lnTo>
                <a:cubicBezTo>
                  <a:pt x="283328" y="329500"/>
                  <a:pt x="279130" y="335796"/>
                  <a:pt x="272834" y="335796"/>
                </a:cubicBezTo>
                <a:close/>
                <a:moveTo>
                  <a:pt x="400857" y="349438"/>
                </a:moveTo>
                <a:lnTo>
                  <a:pt x="352586" y="301167"/>
                </a:lnTo>
                <a:cubicBezTo>
                  <a:pt x="348388" y="296970"/>
                  <a:pt x="348388" y="290673"/>
                  <a:pt x="352586" y="286476"/>
                </a:cubicBezTo>
                <a:lnTo>
                  <a:pt x="400857" y="238205"/>
                </a:lnTo>
                <a:cubicBezTo>
                  <a:pt x="405054" y="234008"/>
                  <a:pt x="411350" y="234008"/>
                  <a:pt x="415548" y="238205"/>
                </a:cubicBezTo>
                <a:lnTo>
                  <a:pt x="463819" y="286476"/>
                </a:lnTo>
                <a:cubicBezTo>
                  <a:pt x="468016" y="290673"/>
                  <a:pt x="468016" y="296970"/>
                  <a:pt x="463819" y="301167"/>
                </a:cubicBezTo>
                <a:lnTo>
                  <a:pt x="415548" y="349438"/>
                </a:lnTo>
                <a:cubicBezTo>
                  <a:pt x="413449" y="353635"/>
                  <a:pt x="405054" y="353635"/>
                  <a:pt x="400857" y="349438"/>
                </a:cubicBezTo>
                <a:close/>
                <a:moveTo>
                  <a:pt x="62961" y="293822"/>
                </a:moveTo>
                <a:lnTo>
                  <a:pt x="10493" y="293822"/>
                </a:lnTo>
                <a:cubicBezTo>
                  <a:pt x="4197" y="293822"/>
                  <a:pt x="0" y="289624"/>
                  <a:pt x="0" y="283328"/>
                </a:cubicBezTo>
                <a:lnTo>
                  <a:pt x="0" y="0"/>
                </a:lnTo>
                <a:moveTo>
                  <a:pt x="0" y="94442"/>
                </a:moveTo>
                <a:lnTo>
                  <a:pt x="73455" y="94442"/>
                </a:lnTo>
                <a:moveTo>
                  <a:pt x="283328" y="94442"/>
                </a:moveTo>
                <a:lnTo>
                  <a:pt x="398758" y="94442"/>
                </a:lnTo>
                <a:cubicBezTo>
                  <a:pt x="405054" y="94442"/>
                  <a:pt x="409252" y="98640"/>
                  <a:pt x="409252" y="104936"/>
                </a:cubicBezTo>
                <a:lnTo>
                  <a:pt x="409252" y="234469"/>
                </a:lnTo>
                <a:moveTo>
                  <a:pt x="349438" y="293822"/>
                </a:moveTo>
                <a:lnTo>
                  <a:pt x="283328" y="293822"/>
                </a:lnTo>
                <a:moveTo>
                  <a:pt x="472213" y="440733"/>
                </a:moveTo>
                <a:lnTo>
                  <a:pt x="419745" y="440733"/>
                </a:lnTo>
                <a:cubicBezTo>
                  <a:pt x="413449" y="440733"/>
                  <a:pt x="409252" y="436535"/>
                  <a:pt x="409252" y="430239"/>
                </a:cubicBezTo>
                <a:lnTo>
                  <a:pt x="409252" y="351872"/>
                </a:lnTo>
              </a:path>
            </a:pathLst>
          </a:custGeom>
          <a:noFill/>
          <a:ln w="125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Rounded Rectangle 19"/>
          <p:cNvSpPr/>
          <p:nvPr/>
        </p:nvSpPr>
        <p:spPr>
          <a:xfrm>
            <a:off x="4277087" y="3501062"/>
            <a:ext cx="461720" cy="482707"/>
          </a:xfrm>
          <a:custGeom>
            <a:avLst/>
            <a:gdLst/>
            <a:ahLst/>
            <a:cxnLst/>
            <a:rect l="0" t="0" r="0" b="0"/>
            <a:pathLst>
              <a:path w="461720" h="482707">
                <a:moveTo>
                  <a:pt x="41974" y="241353"/>
                </a:moveTo>
                <a:lnTo>
                  <a:pt x="0" y="241353"/>
                </a:lnTo>
                <a:moveTo>
                  <a:pt x="230860" y="241353"/>
                </a:moveTo>
                <a:lnTo>
                  <a:pt x="125923" y="241353"/>
                </a:lnTo>
                <a:moveTo>
                  <a:pt x="314809" y="241353"/>
                </a:moveTo>
                <a:lnTo>
                  <a:pt x="461720" y="241353"/>
                </a:lnTo>
                <a:moveTo>
                  <a:pt x="419263" y="199379"/>
                </a:moveTo>
                <a:lnTo>
                  <a:pt x="461720" y="241353"/>
                </a:lnTo>
                <a:lnTo>
                  <a:pt x="419263" y="283328"/>
                </a:lnTo>
                <a:moveTo>
                  <a:pt x="41974" y="241353"/>
                </a:moveTo>
                <a:cubicBezTo>
                  <a:pt x="41974" y="218171"/>
                  <a:pt x="60767" y="199379"/>
                  <a:pt x="83949" y="199379"/>
                </a:cubicBezTo>
                <a:cubicBezTo>
                  <a:pt x="107131" y="199379"/>
                  <a:pt x="125923" y="218171"/>
                  <a:pt x="125923" y="241353"/>
                </a:cubicBezTo>
                <a:cubicBezTo>
                  <a:pt x="125923" y="264535"/>
                  <a:pt x="107131" y="283328"/>
                  <a:pt x="83949" y="283328"/>
                </a:cubicBezTo>
                <a:cubicBezTo>
                  <a:pt x="60767" y="283328"/>
                  <a:pt x="41974" y="264535"/>
                  <a:pt x="41974" y="241353"/>
                </a:cubicBezTo>
                <a:moveTo>
                  <a:pt x="230860" y="241353"/>
                </a:moveTo>
                <a:cubicBezTo>
                  <a:pt x="230860" y="218171"/>
                  <a:pt x="249652" y="199379"/>
                  <a:pt x="272834" y="199379"/>
                </a:cubicBezTo>
                <a:cubicBezTo>
                  <a:pt x="296016" y="199379"/>
                  <a:pt x="314809" y="218171"/>
                  <a:pt x="314809" y="241353"/>
                </a:cubicBezTo>
                <a:cubicBezTo>
                  <a:pt x="314809" y="264535"/>
                  <a:pt x="296016" y="283328"/>
                  <a:pt x="272834" y="283328"/>
                </a:cubicBezTo>
                <a:cubicBezTo>
                  <a:pt x="249652" y="283328"/>
                  <a:pt x="230860" y="264535"/>
                  <a:pt x="230860" y="241353"/>
                </a:cubicBezTo>
                <a:moveTo>
                  <a:pt x="272834" y="199379"/>
                </a:moveTo>
                <a:lnTo>
                  <a:pt x="272834" y="125923"/>
                </a:lnTo>
                <a:moveTo>
                  <a:pt x="83949" y="356783"/>
                </a:moveTo>
                <a:lnTo>
                  <a:pt x="83949" y="283328"/>
                </a:lnTo>
                <a:moveTo>
                  <a:pt x="209872" y="0"/>
                </a:moveTo>
                <a:lnTo>
                  <a:pt x="335796" y="0"/>
                </a:lnTo>
                <a:cubicBezTo>
                  <a:pt x="335796" y="0"/>
                  <a:pt x="356783" y="0"/>
                  <a:pt x="356783" y="20987"/>
                </a:cubicBezTo>
                <a:lnTo>
                  <a:pt x="356783" y="104936"/>
                </a:lnTo>
                <a:cubicBezTo>
                  <a:pt x="356783" y="104936"/>
                  <a:pt x="356783" y="125923"/>
                  <a:pt x="335796" y="125923"/>
                </a:cubicBezTo>
                <a:lnTo>
                  <a:pt x="209872" y="125923"/>
                </a:lnTo>
                <a:cubicBezTo>
                  <a:pt x="209872" y="125923"/>
                  <a:pt x="188885" y="125923"/>
                  <a:pt x="188885" y="104936"/>
                </a:cubicBezTo>
                <a:lnTo>
                  <a:pt x="188885" y="20987"/>
                </a:lnTo>
                <a:cubicBezTo>
                  <a:pt x="188885" y="20987"/>
                  <a:pt x="188885" y="0"/>
                  <a:pt x="209872" y="0"/>
                </a:cubicBezTo>
                <a:moveTo>
                  <a:pt x="20987" y="356783"/>
                </a:moveTo>
                <a:lnTo>
                  <a:pt x="146911" y="356783"/>
                </a:lnTo>
                <a:cubicBezTo>
                  <a:pt x="146911" y="356783"/>
                  <a:pt x="167898" y="356783"/>
                  <a:pt x="167898" y="377771"/>
                </a:cubicBezTo>
                <a:lnTo>
                  <a:pt x="167898" y="461720"/>
                </a:lnTo>
                <a:cubicBezTo>
                  <a:pt x="167898" y="461720"/>
                  <a:pt x="167898" y="482707"/>
                  <a:pt x="146911" y="482707"/>
                </a:cubicBezTo>
                <a:lnTo>
                  <a:pt x="20987" y="482707"/>
                </a:lnTo>
                <a:cubicBezTo>
                  <a:pt x="20987" y="482707"/>
                  <a:pt x="0" y="482707"/>
                  <a:pt x="0" y="461720"/>
                </a:cubicBezTo>
                <a:lnTo>
                  <a:pt x="0" y="377771"/>
                </a:lnTo>
                <a:cubicBezTo>
                  <a:pt x="0" y="377771"/>
                  <a:pt x="0" y="356783"/>
                  <a:pt x="20987" y="356783"/>
                </a:cubicBezTo>
              </a:path>
            </a:pathLst>
          </a:custGeom>
          <a:noFill/>
          <a:ln w="125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3273" y="3361283"/>
            <a:ext cx="1338405" cy="1912007"/>
            <a:chOff x="382401" y="2198808"/>
            <a:chExt cx="1338405" cy="1912007"/>
          </a:xfrm>
        </p:grpSpPr>
        <p:sp>
          <p:nvSpPr>
            <p:cNvPr id="2" name="Rounded Rectangle 1"/>
            <p:cNvSpPr/>
            <p:nvPr/>
          </p:nvSpPr>
          <p:spPr>
            <a:xfrm>
              <a:off x="382401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1338405" y="382401"/>
                  </a:moveTo>
                  <a:lnTo>
                    <a:pt x="0" y="382401"/>
                  </a:ln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close/>
                  <a:moveTo>
                    <a:pt x="1338405" y="1720806"/>
                  </a:moveTo>
                  <a:lnTo>
                    <a:pt x="0" y="1720806"/>
                  </a:lnTo>
                  <a:lnTo>
                    <a:pt x="0" y="382401"/>
                  </a:lnTo>
                  <a:lnTo>
                    <a:pt x="1338405" y="382401"/>
                  </a:lnTo>
                  <a:close/>
                  <a:moveTo>
                    <a:pt x="0" y="1720806"/>
                  </a:moveTo>
                  <a:lnTo>
                    <a:pt x="1338405" y="1720806"/>
                  </a:ln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close/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82401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0" y="382401"/>
                  </a:move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lnTo>
                    <a:pt x="1338405" y="382401"/>
                  </a:lnTo>
                  <a:moveTo>
                    <a:pt x="1338405" y="382401"/>
                  </a:moveTo>
                  <a:lnTo>
                    <a:pt x="1338405" y="1720806"/>
                  </a:lnTo>
                  <a:moveTo>
                    <a:pt x="0" y="1720806"/>
                  </a:moveTo>
                  <a:lnTo>
                    <a:pt x="0" y="382401"/>
                  </a:lnTo>
                  <a:moveTo>
                    <a:pt x="1338405" y="1720806"/>
                  </a:move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lnTo>
                    <a:pt x="0" y="1720806"/>
                  </a:lnTo>
                </a:path>
              </a:pathLst>
            </a:custGeom>
            <a:noFill/>
            <a:ln w="119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332879" y="3361283"/>
            <a:ext cx="1338405" cy="1912007"/>
            <a:chOff x="1912007" y="2198808"/>
            <a:chExt cx="1338405" cy="1912007"/>
          </a:xfrm>
        </p:grpSpPr>
        <p:sp>
          <p:nvSpPr>
            <p:cNvPr id="5" name="Rounded Rectangle 4"/>
            <p:cNvSpPr/>
            <p:nvPr/>
          </p:nvSpPr>
          <p:spPr>
            <a:xfrm>
              <a:off x="1912007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1338405" y="382401"/>
                  </a:moveTo>
                  <a:lnTo>
                    <a:pt x="0" y="382401"/>
                  </a:ln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close/>
                  <a:moveTo>
                    <a:pt x="1338405" y="1720806"/>
                  </a:moveTo>
                  <a:lnTo>
                    <a:pt x="0" y="1720806"/>
                  </a:lnTo>
                  <a:lnTo>
                    <a:pt x="0" y="382401"/>
                  </a:lnTo>
                  <a:lnTo>
                    <a:pt x="1338405" y="382401"/>
                  </a:lnTo>
                  <a:close/>
                  <a:moveTo>
                    <a:pt x="0" y="1720806"/>
                  </a:moveTo>
                  <a:lnTo>
                    <a:pt x="1338405" y="1720806"/>
                  </a:ln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close/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912007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0" y="382401"/>
                  </a:move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lnTo>
                    <a:pt x="1338405" y="382401"/>
                  </a:lnTo>
                  <a:moveTo>
                    <a:pt x="1338405" y="382401"/>
                  </a:moveTo>
                  <a:lnTo>
                    <a:pt x="1338405" y="1720806"/>
                  </a:lnTo>
                  <a:moveTo>
                    <a:pt x="0" y="1720806"/>
                  </a:moveTo>
                  <a:lnTo>
                    <a:pt x="0" y="382401"/>
                  </a:lnTo>
                  <a:moveTo>
                    <a:pt x="1338405" y="1720806"/>
                  </a:move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lnTo>
                    <a:pt x="0" y="1720806"/>
                  </a:lnTo>
                </a:path>
              </a:pathLst>
            </a:custGeom>
            <a:noFill/>
            <a:ln w="119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862485" y="3361283"/>
            <a:ext cx="1338405" cy="1912007"/>
            <a:chOff x="3441613" y="2198808"/>
            <a:chExt cx="1338405" cy="1912007"/>
          </a:xfrm>
        </p:grpSpPr>
        <p:sp>
          <p:nvSpPr>
            <p:cNvPr id="8" name="Rounded Rectangle 7"/>
            <p:cNvSpPr/>
            <p:nvPr/>
          </p:nvSpPr>
          <p:spPr>
            <a:xfrm>
              <a:off x="3441613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1338405" y="382401"/>
                  </a:moveTo>
                  <a:lnTo>
                    <a:pt x="0" y="382401"/>
                  </a:ln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close/>
                  <a:moveTo>
                    <a:pt x="1338405" y="1720806"/>
                  </a:moveTo>
                  <a:lnTo>
                    <a:pt x="0" y="1720806"/>
                  </a:lnTo>
                  <a:lnTo>
                    <a:pt x="0" y="382401"/>
                  </a:lnTo>
                  <a:lnTo>
                    <a:pt x="1338405" y="382401"/>
                  </a:lnTo>
                  <a:close/>
                  <a:moveTo>
                    <a:pt x="0" y="1720806"/>
                  </a:moveTo>
                  <a:lnTo>
                    <a:pt x="1338405" y="1720806"/>
                  </a:ln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close/>
                </a:path>
              </a:pathLst>
            </a:custGeom>
            <a:solidFill>
              <a:srgbClr val="E55753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41613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0" y="382401"/>
                  </a:move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lnTo>
                    <a:pt x="1338405" y="382401"/>
                  </a:lnTo>
                  <a:moveTo>
                    <a:pt x="1338405" y="382401"/>
                  </a:moveTo>
                  <a:lnTo>
                    <a:pt x="1338405" y="1720806"/>
                  </a:lnTo>
                  <a:moveTo>
                    <a:pt x="0" y="1720806"/>
                  </a:moveTo>
                  <a:lnTo>
                    <a:pt x="0" y="382401"/>
                  </a:lnTo>
                  <a:moveTo>
                    <a:pt x="1338405" y="1720806"/>
                  </a:move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lnTo>
                    <a:pt x="0" y="1720806"/>
                  </a:lnTo>
                </a:path>
              </a:pathLst>
            </a:custGeom>
            <a:noFill/>
            <a:ln w="119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92092" y="3361283"/>
            <a:ext cx="1338405" cy="1912007"/>
            <a:chOff x="4971220" y="2198808"/>
            <a:chExt cx="1338405" cy="1912007"/>
          </a:xfrm>
        </p:grpSpPr>
        <p:sp>
          <p:nvSpPr>
            <p:cNvPr id="11" name="Rounded Rectangle 10"/>
            <p:cNvSpPr/>
            <p:nvPr/>
          </p:nvSpPr>
          <p:spPr>
            <a:xfrm>
              <a:off x="4971220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1338405" y="382401"/>
                  </a:moveTo>
                  <a:lnTo>
                    <a:pt x="0" y="382401"/>
                  </a:ln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close/>
                  <a:moveTo>
                    <a:pt x="1338405" y="1720806"/>
                  </a:moveTo>
                  <a:lnTo>
                    <a:pt x="0" y="1720806"/>
                  </a:lnTo>
                  <a:lnTo>
                    <a:pt x="0" y="382401"/>
                  </a:lnTo>
                  <a:lnTo>
                    <a:pt x="1338405" y="382401"/>
                  </a:lnTo>
                  <a:close/>
                  <a:moveTo>
                    <a:pt x="0" y="1720806"/>
                  </a:moveTo>
                  <a:lnTo>
                    <a:pt x="1338405" y="1720806"/>
                  </a:ln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close/>
                </a:path>
              </a:pathLst>
            </a:custGeom>
            <a:solidFill>
              <a:srgbClr val="DE58A9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971220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0" y="382401"/>
                  </a:move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lnTo>
                    <a:pt x="1338405" y="382401"/>
                  </a:lnTo>
                  <a:moveTo>
                    <a:pt x="1338405" y="382401"/>
                  </a:moveTo>
                  <a:lnTo>
                    <a:pt x="1338405" y="1720806"/>
                  </a:lnTo>
                  <a:moveTo>
                    <a:pt x="0" y="1720806"/>
                  </a:moveTo>
                  <a:lnTo>
                    <a:pt x="0" y="382401"/>
                  </a:lnTo>
                  <a:moveTo>
                    <a:pt x="1338405" y="1720806"/>
                  </a:move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lnTo>
                    <a:pt x="0" y="1720806"/>
                  </a:lnTo>
                </a:path>
              </a:pathLst>
            </a:custGeom>
            <a:noFill/>
            <a:ln w="119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921698" y="3361283"/>
            <a:ext cx="1338405" cy="1912007"/>
            <a:chOff x="6500826" y="2198808"/>
            <a:chExt cx="1338405" cy="1912007"/>
          </a:xfrm>
        </p:grpSpPr>
        <p:sp>
          <p:nvSpPr>
            <p:cNvPr id="14" name="Rounded Rectangle 13"/>
            <p:cNvSpPr/>
            <p:nvPr/>
          </p:nvSpPr>
          <p:spPr>
            <a:xfrm>
              <a:off x="6500826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1338405" y="382401"/>
                  </a:moveTo>
                  <a:lnTo>
                    <a:pt x="0" y="382401"/>
                  </a:ln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close/>
                  <a:moveTo>
                    <a:pt x="1338405" y="1720806"/>
                  </a:moveTo>
                  <a:lnTo>
                    <a:pt x="0" y="1720806"/>
                  </a:lnTo>
                  <a:lnTo>
                    <a:pt x="0" y="382401"/>
                  </a:lnTo>
                  <a:lnTo>
                    <a:pt x="1338405" y="382401"/>
                  </a:lnTo>
                  <a:close/>
                  <a:moveTo>
                    <a:pt x="0" y="1720806"/>
                  </a:moveTo>
                  <a:lnTo>
                    <a:pt x="1338405" y="1720806"/>
                  </a:ln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close/>
                </a:path>
              </a:pathLst>
            </a:custGeom>
            <a:solidFill>
              <a:srgbClr val="BA5D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0826" y="2198808"/>
              <a:ext cx="1338405" cy="1912007"/>
            </a:xfrm>
            <a:custGeom>
              <a:avLst/>
              <a:gdLst/>
              <a:ahLst/>
              <a:cxnLst/>
              <a:rect l="0" t="0" r="0" b="0"/>
              <a:pathLst>
                <a:path w="1338405" h="1912007">
                  <a:moveTo>
                    <a:pt x="0" y="382401"/>
                  </a:moveTo>
                  <a:lnTo>
                    <a:pt x="0" y="286801"/>
                  </a:lnTo>
                  <a:cubicBezTo>
                    <a:pt x="0" y="233981"/>
                    <a:pt x="42860" y="191200"/>
                    <a:pt x="95600" y="191200"/>
                  </a:cubicBezTo>
                  <a:lnTo>
                    <a:pt x="478001" y="191200"/>
                  </a:lnTo>
                  <a:lnTo>
                    <a:pt x="669202" y="0"/>
                  </a:lnTo>
                  <a:lnTo>
                    <a:pt x="860403" y="191200"/>
                  </a:lnTo>
                  <a:lnTo>
                    <a:pt x="1242805" y="191200"/>
                  </a:lnTo>
                  <a:cubicBezTo>
                    <a:pt x="1295624" y="191200"/>
                    <a:pt x="1338405" y="233981"/>
                    <a:pt x="1338405" y="286801"/>
                  </a:cubicBezTo>
                  <a:lnTo>
                    <a:pt x="1338405" y="382401"/>
                  </a:lnTo>
                  <a:moveTo>
                    <a:pt x="1338405" y="382401"/>
                  </a:moveTo>
                  <a:lnTo>
                    <a:pt x="1338405" y="1720806"/>
                  </a:lnTo>
                  <a:moveTo>
                    <a:pt x="0" y="1720806"/>
                  </a:moveTo>
                  <a:lnTo>
                    <a:pt x="0" y="382401"/>
                  </a:lnTo>
                  <a:moveTo>
                    <a:pt x="1338405" y="1720806"/>
                  </a:moveTo>
                  <a:lnTo>
                    <a:pt x="1338405" y="1816407"/>
                  </a:lnTo>
                  <a:cubicBezTo>
                    <a:pt x="1338405" y="1869226"/>
                    <a:pt x="1295624" y="1912007"/>
                    <a:pt x="1242805" y="1912007"/>
                  </a:cubicBezTo>
                  <a:lnTo>
                    <a:pt x="95600" y="1912007"/>
                  </a:lnTo>
                  <a:cubicBezTo>
                    <a:pt x="42781" y="1912007"/>
                    <a:pt x="0" y="1869226"/>
                    <a:pt x="0" y="1816407"/>
                  </a:cubicBezTo>
                  <a:lnTo>
                    <a:pt x="0" y="1720806"/>
                  </a:lnTo>
                </a:path>
              </a:pathLst>
            </a:custGeom>
            <a:noFill/>
            <a:ln w="11949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 sz="120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16588" y="432316"/>
            <a:ext cx="306340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Cortex 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5530" y="3755635"/>
            <a:ext cx="60503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Boosts
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778" y="3755635"/>
            <a:ext cx="70846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Cross-tool
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1907" y="3755635"/>
            <a:ext cx="76815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LLM-Centric
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8474" y="3755635"/>
            <a:ext cx="91711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Visual Insights
from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1710" y="3755635"/>
            <a:ext cx="68999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Portable
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235" y="4229654"/>
            <a:ext cx="1208151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Cortex enhances
productivity by
streamlining
processes. It helps
users achieve more
in less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9879" y="4253554"/>
            <a:ext cx="1280863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Cortex seamlessly
connects with
various tools. This
integration creates a
unified workflow.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2531" y="4253554"/>
            <a:ext cx="1282595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Cortex uses LLMs to
automate tasks. This
reduces manual
effort and improves
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0582" y="4181314"/>
            <a:ext cx="1146981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Cortex provides
visual
representations of
code. This helps
users understand
complex systems.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5080" y="4181314"/>
            <a:ext cx="1255023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</a:rPr>
              <a:t>Cortex workflows
can be easily shared
and deployed. This
ensures consistency
and collaboration
across teams.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4307" y="2246424"/>
            <a:ext cx="876336" cy="891314"/>
          </a:xfrm>
          <a:custGeom>
            <a:avLst/>
            <a:gdLst/>
            <a:ahLst/>
            <a:cxnLst/>
            <a:rect l="0" t="0" r="0" b="0"/>
            <a:pathLst>
              <a:path w="876336" h="891314">
                <a:moveTo>
                  <a:pt x="0" y="689716"/>
                </a:moveTo>
                <a:lnTo>
                  <a:pt x="438168" y="809217"/>
                </a:lnTo>
                <a:moveTo>
                  <a:pt x="438168" y="809217"/>
                </a:moveTo>
                <a:lnTo>
                  <a:pt x="876336" y="689716"/>
                </a:lnTo>
                <a:moveTo>
                  <a:pt x="0" y="689716"/>
                </a:moveTo>
                <a:lnTo>
                  <a:pt x="218805" y="632396"/>
                </a:lnTo>
                <a:moveTo>
                  <a:pt x="0" y="694696"/>
                </a:moveTo>
                <a:lnTo>
                  <a:pt x="0" y="871397"/>
                </a:lnTo>
                <a:moveTo>
                  <a:pt x="876336" y="871397"/>
                </a:moveTo>
                <a:lnTo>
                  <a:pt x="876336" y="694696"/>
                </a:lnTo>
                <a:moveTo>
                  <a:pt x="438168" y="809217"/>
                </a:moveTo>
                <a:lnTo>
                  <a:pt x="438168" y="891314"/>
                </a:lnTo>
                <a:moveTo>
                  <a:pt x="577585" y="209125"/>
                </a:moveTo>
                <a:cubicBezTo>
                  <a:pt x="577585" y="286123"/>
                  <a:pt x="554362" y="487960"/>
                  <a:pt x="438168" y="487960"/>
                </a:cubicBezTo>
                <a:cubicBezTo>
                  <a:pt x="321974" y="487960"/>
                  <a:pt x="298751" y="286323"/>
                  <a:pt x="298751" y="209125"/>
                </a:cubicBezTo>
                <a:cubicBezTo>
                  <a:pt x="298751" y="69708"/>
                  <a:pt x="438168" y="0"/>
                  <a:pt x="438168" y="0"/>
                </a:cubicBezTo>
                <a:cubicBezTo>
                  <a:pt x="438168" y="0"/>
                  <a:pt x="577585" y="69708"/>
                  <a:pt x="577585" y="209125"/>
                </a:cubicBezTo>
                <a:close/>
                <a:moveTo>
                  <a:pt x="383477" y="204146"/>
                </a:moveTo>
                <a:cubicBezTo>
                  <a:pt x="383470" y="234356"/>
                  <a:pt x="407958" y="258849"/>
                  <a:pt x="438168" y="258849"/>
                </a:cubicBezTo>
                <a:cubicBezTo>
                  <a:pt x="468378" y="258849"/>
                  <a:pt x="492866" y="234356"/>
                  <a:pt x="492859" y="204146"/>
                </a:cubicBezTo>
                <a:cubicBezTo>
                  <a:pt x="492866" y="173936"/>
                  <a:pt x="468378" y="149443"/>
                  <a:pt x="438168" y="149443"/>
                </a:cubicBezTo>
                <a:cubicBezTo>
                  <a:pt x="407958" y="149443"/>
                  <a:pt x="383470" y="173936"/>
                  <a:pt x="383477" y="204146"/>
                </a:cubicBezTo>
                <a:moveTo>
                  <a:pt x="345874" y="452070"/>
                </a:moveTo>
                <a:lnTo>
                  <a:pt x="313688" y="468202"/>
                </a:lnTo>
                <a:cubicBezTo>
                  <a:pt x="295490" y="477862"/>
                  <a:pt x="278819" y="490157"/>
                  <a:pt x="264215" y="504690"/>
                </a:cubicBezTo>
                <a:cubicBezTo>
                  <a:pt x="257068" y="512356"/>
                  <a:pt x="246018" y="514983"/>
                  <a:pt x="236185" y="511355"/>
                </a:cubicBezTo>
                <a:cubicBezTo>
                  <a:pt x="226352" y="507726"/>
                  <a:pt x="219657" y="498550"/>
                  <a:pt x="219203" y="488079"/>
                </a:cubicBezTo>
                <a:cubicBezTo>
                  <a:pt x="212190" y="426769"/>
                  <a:pt x="246480" y="368186"/>
                  <a:pt x="303371" y="344280"/>
                </a:cubicBezTo>
                <a:moveTo>
                  <a:pt x="572965" y="344280"/>
                </a:moveTo>
                <a:cubicBezTo>
                  <a:pt x="629856" y="368186"/>
                  <a:pt x="664146" y="426769"/>
                  <a:pt x="657133" y="488079"/>
                </a:cubicBezTo>
                <a:cubicBezTo>
                  <a:pt x="656678" y="498551"/>
                  <a:pt x="649984" y="507726"/>
                  <a:pt x="640151" y="511355"/>
                </a:cubicBezTo>
                <a:cubicBezTo>
                  <a:pt x="630318" y="514983"/>
                  <a:pt x="619268" y="512356"/>
                  <a:pt x="612121" y="504690"/>
                </a:cubicBezTo>
                <a:cubicBezTo>
                  <a:pt x="597517" y="490157"/>
                  <a:pt x="580846" y="477862"/>
                  <a:pt x="562648" y="468202"/>
                </a:cubicBezTo>
                <a:lnTo>
                  <a:pt x="530462" y="452070"/>
                </a:lnTo>
                <a:moveTo>
                  <a:pt x="876336" y="689716"/>
                </a:moveTo>
                <a:lnTo>
                  <a:pt x="657531" y="632396"/>
                </a:lnTo>
                <a:moveTo>
                  <a:pt x="493935" y="605269"/>
                </a:moveTo>
                <a:cubicBezTo>
                  <a:pt x="493935" y="636061"/>
                  <a:pt x="468959" y="710549"/>
                  <a:pt x="438168" y="710549"/>
                </a:cubicBezTo>
                <a:cubicBezTo>
                  <a:pt x="407377" y="710549"/>
                  <a:pt x="382401" y="636061"/>
                  <a:pt x="382401" y="605269"/>
                </a:cubicBezTo>
                <a:cubicBezTo>
                  <a:pt x="382401" y="574470"/>
                  <a:pt x="407369" y="549503"/>
                  <a:pt x="438168" y="549503"/>
                </a:cubicBezTo>
                <a:cubicBezTo>
                  <a:pt x="468967" y="549503"/>
                  <a:pt x="493935" y="574470"/>
                  <a:pt x="493935" y="605269"/>
                </a:cubicBezTo>
                <a:close/>
              </a:path>
            </a:pathLst>
          </a:custGeom>
          <a:noFill/>
          <a:ln w="11949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Rounded Rectangle 28"/>
          <p:cNvSpPr/>
          <p:nvPr/>
        </p:nvSpPr>
        <p:spPr>
          <a:xfrm>
            <a:off x="2538512" y="2253215"/>
            <a:ext cx="922466" cy="876527"/>
          </a:xfrm>
          <a:custGeom>
            <a:avLst/>
            <a:gdLst/>
            <a:ahLst/>
            <a:cxnLst/>
            <a:rect l="0" t="0" r="0" b="0"/>
            <a:pathLst>
              <a:path w="922466" h="876527">
                <a:moveTo>
                  <a:pt x="379920" y="233564"/>
                </a:moveTo>
                <a:lnTo>
                  <a:pt x="326981" y="263957"/>
                </a:lnTo>
                <a:lnTo>
                  <a:pt x="266354" y="240057"/>
                </a:lnTo>
                <a:lnTo>
                  <a:pt x="195610" y="280647"/>
                </a:lnTo>
                <a:lnTo>
                  <a:pt x="185652" y="345018"/>
                </a:lnTo>
                <a:lnTo>
                  <a:pt x="132713" y="375411"/>
                </a:lnTo>
                <a:lnTo>
                  <a:pt x="11101" y="163656"/>
                </a:lnTo>
                <a:cubicBezTo>
                  <a:pt x="0" y="144192"/>
                  <a:pt x="6732" y="119416"/>
                  <a:pt x="26158" y="108247"/>
                </a:cubicBezTo>
                <a:lnTo>
                  <a:pt x="202621" y="6911"/>
                </a:lnTo>
                <a:cubicBezTo>
                  <a:pt x="211999" y="1473"/>
                  <a:pt x="223160" y="0"/>
                  <a:pt x="233628" y="2819"/>
                </a:cubicBezTo>
                <a:cubicBezTo>
                  <a:pt x="244097" y="5638"/>
                  <a:pt x="253008" y="12516"/>
                  <a:pt x="258388" y="21928"/>
                </a:cubicBezTo>
                <a:close/>
                <a:moveTo>
                  <a:pt x="325507" y="547730"/>
                </a:moveTo>
                <a:lnTo>
                  <a:pt x="190631" y="312832"/>
                </a:lnTo>
                <a:moveTo>
                  <a:pt x="296508" y="252046"/>
                </a:moveTo>
                <a:lnTo>
                  <a:pt x="429632" y="483877"/>
                </a:lnTo>
                <a:moveTo>
                  <a:pt x="753916" y="527017"/>
                </a:moveTo>
                <a:lnTo>
                  <a:pt x="707311" y="487542"/>
                </a:lnTo>
                <a:lnTo>
                  <a:pt x="709183" y="422414"/>
                </a:lnTo>
                <a:lnTo>
                  <a:pt x="647083" y="369794"/>
                </a:lnTo>
                <a:lnTo>
                  <a:pt x="583070" y="382302"/>
                </a:lnTo>
                <a:lnTo>
                  <a:pt x="536465" y="342827"/>
                </a:lnTo>
                <a:lnTo>
                  <a:pt x="694604" y="156526"/>
                </a:lnTo>
                <a:cubicBezTo>
                  <a:pt x="709138" y="139383"/>
                  <a:pt x="734814" y="137262"/>
                  <a:pt x="751964" y="151786"/>
                </a:cubicBezTo>
                <a:lnTo>
                  <a:pt x="907315" y="283236"/>
                </a:lnTo>
                <a:cubicBezTo>
                  <a:pt x="915557" y="290210"/>
                  <a:pt x="920687" y="300174"/>
                  <a:pt x="921576" y="310933"/>
                </a:cubicBezTo>
                <a:cubicBezTo>
                  <a:pt x="922466" y="321693"/>
                  <a:pt x="919040" y="332364"/>
                  <a:pt x="912055" y="340596"/>
                </a:cubicBezTo>
                <a:close/>
                <a:moveTo>
                  <a:pt x="615096" y="376048"/>
                </a:moveTo>
                <a:lnTo>
                  <a:pt x="508303" y="502081"/>
                </a:lnTo>
                <a:moveTo>
                  <a:pt x="708267" y="454998"/>
                </a:moveTo>
                <a:lnTo>
                  <a:pt x="623820" y="554622"/>
                </a:lnTo>
                <a:moveTo>
                  <a:pt x="413220" y="668904"/>
                </a:moveTo>
                <a:cubicBezTo>
                  <a:pt x="413220" y="694379"/>
                  <a:pt x="433872" y="715031"/>
                  <a:pt x="459347" y="715031"/>
                </a:cubicBezTo>
                <a:cubicBezTo>
                  <a:pt x="484823" y="715031"/>
                  <a:pt x="505475" y="694379"/>
                  <a:pt x="505475" y="668904"/>
                </a:cubicBezTo>
                <a:cubicBezTo>
                  <a:pt x="505475" y="643429"/>
                  <a:pt x="484823" y="622777"/>
                  <a:pt x="459347" y="622777"/>
                </a:cubicBezTo>
                <a:cubicBezTo>
                  <a:pt x="433872" y="622777"/>
                  <a:pt x="413220" y="643429"/>
                  <a:pt x="413220" y="668904"/>
                </a:cubicBezTo>
                <a:moveTo>
                  <a:pt x="498504" y="490649"/>
                </a:moveTo>
                <a:lnTo>
                  <a:pt x="512087" y="535302"/>
                </a:lnTo>
                <a:cubicBezTo>
                  <a:pt x="516731" y="550694"/>
                  <a:pt x="532508" y="559854"/>
                  <a:pt x="548176" y="556255"/>
                </a:cubicBezTo>
                <a:lnTo>
                  <a:pt x="593427" y="545739"/>
                </a:lnTo>
                <a:cubicBezTo>
                  <a:pt x="611036" y="541766"/>
                  <a:pt x="629179" y="549734"/>
                  <a:pt x="638167" y="565389"/>
                </a:cubicBezTo>
                <a:cubicBezTo>
                  <a:pt x="647156" y="581043"/>
                  <a:pt x="644892" y="600729"/>
                  <a:pt x="632583" y="613934"/>
                </a:cubicBezTo>
                <a:lnTo>
                  <a:pt x="600916" y="648071"/>
                </a:lnTo>
                <a:cubicBezTo>
                  <a:pt x="590008" y="659895"/>
                  <a:pt x="590008" y="678112"/>
                  <a:pt x="600916" y="689936"/>
                </a:cubicBezTo>
                <a:lnTo>
                  <a:pt x="632583" y="724113"/>
                </a:lnTo>
                <a:cubicBezTo>
                  <a:pt x="644891" y="737318"/>
                  <a:pt x="647156" y="757004"/>
                  <a:pt x="638167" y="772658"/>
                </a:cubicBezTo>
                <a:cubicBezTo>
                  <a:pt x="629179" y="788313"/>
                  <a:pt x="611036" y="796281"/>
                  <a:pt x="593427" y="792308"/>
                </a:cubicBezTo>
                <a:lnTo>
                  <a:pt x="548176" y="781792"/>
                </a:lnTo>
                <a:cubicBezTo>
                  <a:pt x="532507" y="778193"/>
                  <a:pt x="516731" y="787353"/>
                  <a:pt x="512087" y="802745"/>
                </a:cubicBezTo>
                <a:lnTo>
                  <a:pt x="498504" y="847398"/>
                </a:lnTo>
                <a:cubicBezTo>
                  <a:pt x="493304" y="864689"/>
                  <a:pt x="477384" y="876527"/>
                  <a:pt x="459328" y="876527"/>
                </a:cubicBezTo>
                <a:cubicBezTo>
                  <a:pt x="441271" y="876527"/>
                  <a:pt x="425351" y="864689"/>
                  <a:pt x="420151" y="847398"/>
                </a:cubicBezTo>
                <a:lnTo>
                  <a:pt x="406568" y="802745"/>
                </a:lnTo>
                <a:cubicBezTo>
                  <a:pt x="401942" y="787359"/>
                  <a:pt x="386178" y="778196"/>
                  <a:pt x="370519" y="781792"/>
                </a:cubicBezTo>
                <a:lnTo>
                  <a:pt x="325228" y="792308"/>
                </a:lnTo>
                <a:cubicBezTo>
                  <a:pt x="307619" y="796281"/>
                  <a:pt x="289477" y="788313"/>
                  <a:pt x="280488" y="772658"/>
                </a:cubicBezTo>
                <a:cubicBezTo>
                  <a:pt x="271499" y="757004"/>
                  <a:pt x="273764" y="737318"/>
                  <a:pt x="286072" y="724113"/>
                </a:cubicBezTo>
                <a:lnTo>
                  <a:pt x="317939" y="689936"/>
                </a:lnTo>
                <a:cubicBezTo>
                  <a:pt x="328885" y="678128"/>
                  <a:pt x="328885" y="659880"/>
                  <a:pt x="317939" y="648071"/>
                </a:cubicBezTo>
                <a:lnTo>
                  <a:pt x="286072" y="613934"/>
                </a:lnTo>
                <a:cubicBezTo>
                  <a:pt x="273764" y="600729"/>
                  <a:pt x="271499" y="581043"/>
                  <a:pt x="280488" y="565389"/>
                </a:cubicBezTo>
                <a:cubicBezTo>
                  <a:pt x="289477" y="549734"/>
                  <a:pt x="307619" y="541766"/>
                  <a:pt x="325228" y="545739"/>
                </a:cubicBezTo>
                <a:lnTo>
                  <a:pt x="370519" y="556255"/>
                </a:lnTo>
                <a:cubicBezTo>
                  <a:pt x="386178" y="559851"/>
                  <a:pt x="401942" y="550688"/>
                  <a:pt x="406568" y="535302"/>
                </a:cubicBezTo>
                <a:lnTo>
                  <a:pt x="420151" y="490649"/>
                </a:lnTo>
                <a:cubicBezTo>
                  <a:pt x="425351" y="473358"/>
                  <a:pt x="441272" y="461520"/>
                  <a:pt x="459328" y="461520"/>
                </a:cubicBezTo>
                <a:cubicBezTo>
                  <a:pt x="477384" y="461520"/>
                  <a:pt x="493305" y="473358"/>
                  <a:pt x="498504" y="490649"/>
                </a:cubicBezTo>
                <a:close/>
                <a:moveTo>
                  <a:pt x="159999" y="173057"/>
                </a:moveTo>
                <a:cubicBezTo>
                  <a:pt x="159999" y="181504"/>
                  <a:pt x="166847" y="188353"/>
                  <a:pt x="175295" y="188353"/>
                </a:cubicBezTo>
                <a:cubicBezTo>
                  <a:pt x="183743" y="188353"/>
                  <a:pt x="190591" y="181504"/>
                  <a:pt x="190591" y="173057"/>
                </a:cubicBezTo>
                <a:cubicBezTo>
                  <a:pt x="190591" y="164609"/>
                  <a:pt x="183743" y="157761"/>
                  <a:pt x="175295" y="157761"/>
                </a:cubicBezTo>
                <a:cubicBezTo>
                  <a:pt x="166847" y="157761"/>
                  <a:pt x="159999" y="164609"/>
                  <a:pt x="159999" y="173057"/>
                </a:cubicBezTo>
                <a:moveTo>
                  <a:pt x="729020" y="319246"/>
                </a:moveTo>
                <a:cubicBezTo>
                  <a:pt x="729020" y="327693"/>
                  <a:pt x="735869" y="334542"/>
                  <a:pt x="744316" y="334542"/>
                </a:cubicBezTo>
                <a:cubicBezTo>
                  <a:pt x="752764" y="334542"/>
                  <a:pt x="759612" y="327693"/>
                  <a:pt x="759612" y="319246"/>
                </a:cubicBezTo>
                <a:cubicBezTo>
                  <a:pt x="759612" y="310798"/>
                  <a:pt x="752764" y="303949"/>
                  <a:pt x="744316" y="303949"/>
                </a:cubicBezTo>
                <a:cubicBezTo>
                  <a:pt x="735869" y="303949"/>
                  <a:pt x="729020" y="310798"/>
                  <a:pt x="729020" y="319246"/>
                </a:cubicBezTo>
              </a:path>
            </a:pathLst>
          </a:custGeom>
          <a:noFill/>
          <a:ln w="11949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4073415" y="2233996"/>
            <a:ext cx="916517" cy="917323"/>
          </a:xfrm>
          <a:custGeom>
            <a:avLst/>
            <a:gdLst/>
            <a:ahLst/>
            <a:cxnLst/>
            <a:rect l="0" t="0" r="0" b="0"/>
            <a:pathLst>
              <a:path w="916517" h="917323">
                <a:moveTo>
                  <a:pt x="217280" y="791132"/>
                </a:moveTo>
                <a:cubicBezTo>
                  <a:pt x="259512" y="784103"/>
                  <a:pt x="295168" y="755864"/>
                  <a:pt x="311685" y="716365"/>
                </a:cubicBezTo>
                <a:moveTo>
                  <a:pt x="265678" y="460355"/>
                </a:moveTo>
                <a:cubicBezTo>
                  <a:pt x="228201" y="386601"/>
                  <a:pt x="158194" y="334789"/>
                  <a:pt x="76707" y="320500"/>
                </a:cubicBezTo>
                <a:moveTo>
                  <a:pt x="210628" y="387539"/>
                </a:moveTo>
                <a:lnTo>
                  <a:pt x="282049" y="333963"/>
                </a:lnTo>
                <a:moveTo>
                  <a:pt x="357255" y="124001"/>
                </a:moveTo>
                <a:cubicBezTo>
                  <a:pt x="370630" y="86368"/>
                  <a:pt x="377840" y="46822"/>
                  <a:pt x="378606" y="6891"/>
                </a:cubicBezTo>
                <a:moveTo>
                  <a:pt x="298939" y="159333"/>
                </a:moveTo>
                <a:cubicBezTo>
                  <a:pt x="298939" y="181333"/>
                  <a:pt x="316773" y="199167"/>
                  <a:pt x="338772" y="199167"/>
                </a:cubicBezTo>
                <a:cubicBezTo>
                  <a:pt x="360772" y="199167"/>
                  <a:pt x="378606" y="181333"/>
                  <a:pt x="378606" y="159333"/>
                </a:cubicBezTo>
                <a:cubicBezTo>
                  <a:pt x="378606" y="137334"/>
                  <a:pt x="360772" y="119500"/>
                  <a:pt x="338772" y="119500"/>
                </a:cubicBezTo>
                <a:cubicBezTo>
                  <a:pt x="316773" y="119500"/>
                  <a:pt x="298939" y="137334"/>
                  <a:pt x="298939" y="159333"/>
                </a:cubicBezTo>
                <a:close/>
                <a:moveTo>
                  <a:pt x="537940" y="239000"/>
                </a:moveTo>
                <a:cubicBezTo>
                  <a:pt x="537940" y="261000"/>
                  <a:pt x="555774" y="278834"/>
                  <a:pt x="577773" y="278834"/>
                </a:cubicBezTo>
                <a:cubicBezTo>
                  <a:pt x="599773" y="278834"/>
                  <a:pt x="617607" y="261000"/>
                  <a:pt x="617607" y="239000"/>
                </a:cubicBezTo>
                <a:cubicBezTo>
                  <a:pt x="617607" y="217001"/>
                  <a:pt x="599773" y="199167"/>
                  <a:pt x="577773" y="199167"/>
                </a:cubicBezTo>
                <a:cubicBezTo>
                  <a:pt x="555774" y="199167"/>
                  <a:pt x="537940" y="217001"/>
                  <a:pt x="537940" y="239000"/>
                </a:cubicBezTo>
                <a:close/>
                <a:moveTo>
                  <a:pt x="677357" y="398334"/>
                </a:moveTo>
                <a:cubicBezTo>
                  <a:pt x="677357" y="420334"/>
                  <a:pt x="695191" y="438168"/>
                  <a:pt x="717190" y="438168"/>
                </a:cubicBezTo>
                <a:cubicBezTo>
                  <a:pt x="739190" y="438168"/>
                  <a:pt x="757024" y="420334"/>
                  <a:pt x="757024" y="398334"/>
                </a:cubicBezTo>
                <a:cubicBezTo>
                  <a:pt x="757024" y="376335"/>
                  <a:pt x="739190" y="358501"/>
                  <a:pt x="717190" y="358501"/>
                </a:cubicBezTo>
                <a:cubicBezTo>
                  <a:pt x="695191" y="358501"/>
                  <a:pt x="677357" y="376335"/>
                  <a:pt x="677357" y="398334"/>
                </a:cubicBezTo>
                <a:close/>
                <a:moveTo>
                  <a:pt x="537940" y="537752"/>
                </a:moveTo>
                <a:cubicBezTo>
                  <a:pt x="537940" y="559751"/>
                  <a:pt x="555774" y="577585"/>
                  <a:pt x="577773" y="577585"/>
                </a:cubicBezTo>
                <a:cubicBezTo>
                  <a:pt x="599773" y="577585"/>
                  <a:pt x="617607" y="559751"/>
                  <a:pt x="617607" y="537752"/>
                </a:cubicBezTo>
                <a:cubicBezTo>
                  <a:pt x="617607" y="515752"/>
                  <a:pt x="599773" y="497918"/>
                  <a:pt x="577773" y="497918"/>
                </a:cubicBezTo>
                <a:cubicBezTo>
                  <a:pt x="555774" y="497918"/>
                  <a:pt x="537940" y="515752"/>
                  <a:pt x="537940" y="537752"/>
                </a:cubicBezTo>
                <a:close/>
                <a:moveTo>
                  <a:pt x="279022" y="318667"/>
                </a:moveTo>
                <a:cubicBezTo>
                  <a:pt x="279022" y="340667"/>
                  <a:pt x="296856" y="358501"/>
                  <a:pt x="318855" y="358501"/>
                </a:cubicBezTo>
                <a:cubicBezTo>
                  <a:pt x="340855" y="358501"/>
                  <a:pt x="358689" y="340667"/>
                  <a:pt x="358689" y="318667"/>
                </a:cubicBezTo>
                <a:cubicBezTo>
                  <a:pt x="358689" y="296668"/>
                  <a:pt x="340855" y="278834"/>
                  <a:pt x="318855" y="278834"/>
                </a:cubicBezTo>
                <a:cubicBezTo>
                  <a:pt x="296856" y="278834"/>
                  <a:pt x="279022" y="296668"/>
                  <a:pt x="279022" y="318667"/>
                </a:cubicBezTo>
                <a:close/>
                <a:moveTo>
                  <a:pt x="239188" y="497918"/>
                </a:moveTo>
                <a:cubicBezTo>
                  <a:pt x="239188" y="519918"/>
                  <a:pt x="257022" y="537752"/>
                  <a:pt x="279022" y="537752"/>
                </a:cubicBezTo>
                <a:cubicBezTo>
                  <a:pt x="301021" y="537752"/>
                  <a:pt x="318855" y="519918"/>
                  <a:pt x="318855" y="497918"/>
                </a:cubicBezTo>
                <a:cubicBezTo>
                  <a:pt x="318855" y="475919"/>
                  <a:pt x="301021" y="458085"/>
                  <a:pt x="279022" y="458085"/>
                </a:cubicBezTo>
                <a:cubicBezTo>
                  <a:pt x="257022" y="458085"/>
                  <a:pt x="239188" y="475919"/>
                  <a:pt x="239188" y="497918"/>
                </a:cubicBezTo>
                <a:close/>
                <a:moveTo>
                  <a:pt x="839838" y="595590"/>
                </a:moveTo>
                <a:cubicBezTo>
                  <a:pt x="842537" y="607351"/>
                  <a:pt x="843940" y="619373"/>
                  <a:pt x="844020" y="631440"/>
                </a:cubicBezTo>
                <a:cubicBezTo>
                  <a:pt x="844860" y="714299"/>
                  <a:pt x="781809" y="783857"/>
                  <a:pt x="699265" y="791133"/>
                </a:cubicBezTo>
                <a:cubicBezTo>
                  <a:pt x="700088" y="823748"/>
                  <a:pt x="687809" y="855334"/>
                  <a:pt x="665174" y="878830"/>
                </a:cubicBezTo>
                <a:cubicBezTo>
                  <a:pt x="642538" y="902327"/>
                  <a:pt x="611432" y="915775"/>
                  <a:pt x="578809" y="916170"/>
                </a:cubicBezTo>
                <a:cubicBezTo>
                  <a:pt x="531241" y="917323"/>
                  <a:pt x="486157" y="894975"/>
                  <a:pt x="458272" y="856420"/>
                </a:cubicBezTo>
                <a:cubicBezTo>
                  <a:pt x="430388" y="894975"/>
                  <a:pt x="385304" y="917323"/>
                  <a:pt x="337736" y="916170"/>
                </a:cubicBezTo>
                <a:cubicBezTo>
                  <a:pt x="305113" y="915775"/>
                  <a:pt x="274007" y="902327"/>
                  <a:pt x="251371" y="878830"/>
                </a:cubicBezTo>
                <a:cubicBezTo>
                  <a:pt x="228736" y="855334"/>
                  <a:pt x="216457" y="823748"/>
                  <a:pt x="217280" y="791133"/>
                </a:cubicBezTo>
                <a:cubicBezTo>
                  <a:pt x="134798" y="783862"/>
                  <a:pt x="71769" y="714398"/>
                  <a:pt x="72525" y="631599"/>
                </a:cubicBezTo>
                <a:cubicBezTo>
                  <a:pt x="72540" y="619540"/>
                  <a:pt x="73876" y="607518"/>
                  <a:pt x="76508" y="595749"/>
                </a:cubicBezTo>
                <a:cubicBezTo>
                  <a:pt x="28933" y="566200"/>
                  <a:pt x="0" y="514169"/>
                  <a:pt x="0" y="458164"/>
                </a:cubicBezTo>
                <a:cubicBezTo>
                  <a:pt x="0" y="402159"/>
                  <a:pt x="28933" y="350129"/>
                  <a:pt x="76508" y="320579"/>
                </a:cubicBezTo>
                <a:cubicBezTo>
                  <a:pt x="73876" y="308811"/>
                  <a:pt x="72540" y="296789"/>
                  <a:pt x="72525" y="284729"/>
                </a:cubicBezTo>
                <a:cubicBezTo>
                  <a:pt x="71685" y="201870"/>
                  <a:pt x="134736" y="132312"/>
                  <a:pt x="217280" y="125037"/>
                </a:cubicBezTo>
                <a:cubicBezTo>
                  <a:pt x="216457" y="92421"/>
                  <a:pt x="228736" y="60835"/>
                  <a:pt x="251371" y="37339"/>
                </a:cubicBezTo>
                <a:cubicBezTo>
                  <a:pt x="274007" y="13842"/>
                  <a:pt x="305113" y="394"/>
                  <a:pt x="337736" y="0"/>
                </a:cubicBezTo>
                <a:cubicBezTo>
                  <a:pt x="389316" y="2953"/>
                  <a:pt x="435339" y="33371"/>
                  <a:pt x="458273" y="79666"/>
                </a:cubicBezTo>
                <a:cubicBezTo>
                  <a:pt x="481206" y="33371"/>
                  <a:pt x="527229" y="2953"/>
                  <a:pt x="578809" y="0"/>
                </a:cubicBezTo>
                <a:cubicBezTo>
                  <a:pt x="611432" y="394"/>
                  <a:pt x="642538" y="13842"/>
                  <a:pt x="665174" y="37339"/>
                </a:cubicBezTo>
                <a:cubicBezTo>
                  <a:pt x="687809" y="60835"/>
                  <a:pt x="700088" y="92421"/>
                  <a:pt x="699265" y="125037"/>
                </a:cubicBezTo>
                <a:cubicBezTo>
                  <a:pt x="781778" y="132310"/>
                  <a:pt x="844818" y="201821"/>
                  <a:pt x="844020" y="284650"/>
                </a:cubicBezTo>
                <a:cubicBezTo>
                  <a:pt x="843940" y="296717"/>
                  <a:pt x="842537" y="308738"/>
                  <a:pt x="839838" y="320500"/>
                </a:cubicBezTo>
                <a:cubicBezTo>
                  <a:pt x="887538" y="349931"/>
                  <a:pt x="916517" y="402036"/>
                  <a:pt x="916358" y="458085"/>
                </a:cubicBezTo>
                <a:cubicBezTo>
                  <a:pt x="916490" y="514106"/>
                  <a:pt x="887514" y="566174"/>
                  <a:pt x="839838" y="595590"/>
                </a:cubicBezTo>
                <a:close/>
                <a:moveTo>
                  <a:pt x="458273" y="79666"/>
                </a:moveTo>
                <a:lnTo>
                  <a:pt x="458273" y="537752"/>
                </a:lnTo>
                <a:moveTo>
                  <a:pt x="458273" y="856420"/>
                </a:moveTo>
                <a:lnTo>
                  <a:pt x="458273" y="695413"/>
                </a:lnTo>
                <a:moveTo>
                  <a:pt x="610436" y="261984"/>
                </a:moveTo>
                <a:cubicBezTo>
                  <a:pt x="643024" y="277486"/>
                  <a:pt x="680938" y="277104"/>
                  <a:pt x="713207" y="260949"/>
                </a:cubicBezTo>
                <a:lnTo>
                  <a:pt x="823665" y="205660"/>
                </a:lnTo>
                <a:moveTo>
                  <a:pt x="677357" y="398334"/>
                </a:moveTo>
                <a:cubicBezTo>
                  <a:pt x="628068" y="410146"/>
                  <a:pt x="589585" y="448629"/>
                  <a:pt x="577773" y="497918"/>
                </a:cubicBezTo>
                <a:moveTo>
                  <a:pt x="699265" y="791132"/>
                </a:moveTo>
                <a:cubicBezTo>
                  <a:pt x="688271" y="752852"/>
                  <a:pt x="669510" y="723415"/>
                  <a:pt x="637523" y="717002"/>
                </a:cubicBezTo>
                <a:moveTo>
                  <a:pt x="279022" y="677169"/>
                </a:moveTo>
                <a:cubicBezTo>
                  <a:pt x="279022" y="699168"/>
                  <a:pt x="296856" y="717002"/>
                  <a:pt x="318855" y="717002"/>
                </a:cubicBezTo>
                <a:cubicBezTo>
                  <a:pt x="340855" y="717002"/>
                  <a:pt x="358689" y="699168"/>
                  <a:pt x="358689" y="677169"/>
                </a:cubicBezTo>
                <a:cubicBezTo>
                  <a:pt x="358689" y="655169"/>
                  <a:pt x="340855" y="637335"/>
                  <a:pt x="318855" y="637335"/>
                </a:cubicBezTo>
                <a:cubicBezTo>
                  <a:pt x="296856" y="637335"/>
                  <a:pt x="279022" y="655169"/>
                  <a:pt x="279022" y="677169"/>
                </a:cubicBezTo>
                <a:close/>
                <a:moveTo>
                  <a:pt x="557856" y="717002"/>
                </a:moveTo>
                <a:cubicBezTo>
                  <a:pt x="557856" y="739002"/>
                  <a:pt x="575690" y="756836"/>
                  <a:pt x="597690" y="756836"/>
                </a:cubicBezTo>
                <a:cubicBezTo>
                  <a:pt x="619689" y="756836"/>
                  <a:pt x="637523" y="739002"/>
                  <a:pt x="637523" y="717002"/>
                </a:cubicBezTo>
                <a:cubicBezTo>
                  <a:pt x="637523" y="695003"/>
                  <a:pt x="619689" y="677169"/>
                  <a:pt x="597690" y="677169"/>
                </a:cubicBezTo>
                <a:cubicBezTo>
                  <a:pt x="575690" y="677169"/>
                  <a:pt x="557856" y="695003"/>
                  <a:pt x="557856" y="717002"/>
                </a:cubicBezTo>
                <a:close/>
              </a:path>
            </a:pathLst>
          </a:custGeom>
          <a:noFill/>
          <a:ln w="11949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Rounded Rectangle 30"/>
          <p:cNvSpPr/>
          <p:nvPr/>
        </p:nvSpPr>
        <p:spPr>
          <a:xfrm>
            <a:off x="5662959" y="2273829"/>
            <a:ext cx="796829" cy="836503"/>
          </a:xfrm>
          <a:custGeom>
            <a:avLst/>
            <a:gdLst/>
            <a:ahLst/>
            <a:cxnLst/>
            <a:rect l="0" t="0" r="0" b="0"/>
            <a:pathLst>
              <a:path w="796829" h="836503">
                <a:moveTo>
                  <a:pt x="79826" y="0"/>
                </a:moveTo>
                <a:lnTo>
                  <a:pt x="717162" y="0"/>
                </a:lnTo>
                <a:cubicBezTo>
                  <a:pt x="717162" y="0"/>
                  <a:pt x="796829" y="0"/>
                  <a:pt x="796829" y="79666"/>
                </a:cubicBezTo>
                <a:lnTo>
                  <a:pt x="796829" y="756836"/>
                </a:lnTo>
                <a:cubicBezTo>
                  <a:pt x="796829" y="756836"/>
                  <a:pt x="796829" y="836503"/>
                  <a:pt x="717162" y="836503"/>
                </a:cubicBezTo>
                <a:lnTo>
                  <a:pt x="79826" y="836503"/>
                </a:lnTo>
                <a:cubicBezTo>
                  <a:pt x="79826" y="836503"/>
                  <a:pt x="159" y="836503"/>
                  <a:pt x="159" y="756836"/>
                </a:cubicBezTo>
                <a:lnTo>
                  <a:pt x="159" y="79666"/>
                </a:lnTo>
                <a:cubicBezTo>
                  <a:pt x="159" y="79666"/>
                  <a:pt x="159" y="0"/>
                  <a:pt x="79826" y="0"/>
                </a:cubicBezTo>
                <a:moveTo>
                  <a:pt x="796669" y="179250"/>
                </a:moveTo>
                <a:lnTo>
                  <a:pt x="674380" y="213507"/>
                </a:lnTo>
                <a:cubicBezTo>
                  <a:pt x="624354" y="229256"/>
                  <a:pt x="577332" y="253305"/>
                  <a:pt x="535282" y="284650"/>
                </a:cubicBezTo>
                <a:lnTo>
                  <a:pt x="460554" y="344400"/>
                </a:lnTo>
                <a:cubicBezTo>
                  <a:pt x="421503" y="372310"/>
                  <a:pt x="370819" y="378107"/>
                  <a:pt x="326475" y="359736"/>
                </a:cubicBezTo>
                <a:lnTo>
                  <a:pt x="271027" y="333167"/>
                </a:lnTo>
                <a:cubicBezTo>
                  <a:pt x="228134" y="314900"/>
                  <a:pt x="178439" y="324621"/>
                  <a:pt x="145591" y="357704"/>
                </a:cubicBezTo>
                <a:lnTo>
                  <a:pt x="0" y="517835"/>
                </a:lnTo>
                <a:moveTo>
                  <a:pt x="199326" y="836503"/>
                </a:moveTo>
                <a:lnTo>
                  <a:pt x="199326" y="327351"/>
                </a:lnTo>
                <a:moveTo>
                  <a:pt x="398494" y="836503"/>
                </a:moveTo>
                <a:lnTo>
                  <a:pt x="398494" y="369097"/>
                </a:lnTo>
                <a:moveTo>
                  <a:pt x="597661" y="836503"/>
                </a:moveTo>
                <a:lnTo>
                  <a:pt x="597661" y="245493"/>
                </a:lnTo>
                <a:moveTo>
                  <a:pt x="796829" y="517835"/>
                </a:moveTo>
                <a:lnTo>
                  <a:pt x="159" y="517835"/>
                </a:lnTo>
                <a:moveTo>
                  <a:pt x="796829" y="358501"/>
                </a:moveTo>
                <a:lnTo>
                  <a:pt x="437053" y="358501"/>
                </a:lnTo>
                <a:moveTo>
                  <a:pt x="796829" y="677169"/>
                </a:moveTo>
                <a:lnTo>
                  <a:pt x="159" y="677169"/>
                </a:lnTo>
              </a:path>
            </a:pathLst>
          </a:custGeom>
          <a:noFill/>
          <a:ln w="11949">
            <a:solidFill>
              <a:srgbClr val="DE58A9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ounded Rectangle 31"/>
          <p:cNvSpPr/>
          <p:nvPr/>
        </p:nvSpPr>
        <p:spPr>
          <a:xfrm>
            <a:off x="7133453" y="2233996"/>
            <a:ext cx="914895" cy="916170"/>
          </a:xfrm>
          <a:custGeom>
            <a:avLst/>
            <a:gdLst/>
            <a:ahLst/>
            <a:cxnLst/>
            <a:rect l="0" t="0" r="0" b="0"/>
            <a:pathLst>
              <a:path w="914895" h="916170">
                <a:moveTo>
                  <a:pt x="0" y="796669"/>
                </a:moveTo>
                <a:lnTo>
                  <a:pt x="914895" y="796669"/>
                </a:lnTo>
                <a:moveTo>
                  <a:pt x="79666" y="796669"/>
                </a:moveTo>
                <a:lnTo>
                  <a:pt x="79666" y="239000"/>
                </a:lnTo>
                <a:cubicBezTo>
                  <a:pt x="79666" y="151003"/>
                  <a:pt x="151003" y="79666"/>
                  <a:pt x="239000" y="79666"/>
                </a:cubicBezTo>
                <a:lnTo>
                  <a:pt x="677169" y="79666"/>
                </a:lnTo>
                <a:cubicBezTo>
                  <a:pt x="765167" y="79666"/>
                  <a:pt x="836503" y="151003"/>
                  <a:pt x="836503" y="239000"/>
                </a:cubicBezTo>
                <a:lnTo>
                  <a:pt x="836503" y="796669"/>
                </a:lnTo>
                <a:moveTo>
                  <a:pt x="438168" y="199167"/>
                </a:moveTo>
                <a:lnTo>
                  <a:pt x="438168" y="0"/>
                </a:lnTo>
                <a:moveTo>
                  <a:pt x="557668" y="199167"/>
                </a:moveTo>
                <a:lnTo>
                  <a:pt x="319265" y="199167"/>
                </a:lnTo>
                <a:moveTo>
                  <a:pt x="557668" y="478001"/>
                </a:moveTo>
                <a:lnTo>
                  <a:pt x="557668" y="438168"/>
                </a:lnTo>
                <a:cubicBezTo>
                  <a:pt x="557537" y="394224"/>
                  <a:pt x="521946" y="358632"/>
                  <a:pt x="478001" y="358501"/>
                </a:cubicBezTo>
                <a:lnTo>
                  <a:pt x="438168" y="358501"/>
                </a:lnTo>
                <a:cubicBezTo>
                  <a:pt x="394224" y="358632"/>
                  <a:pt x="358632" y="394224"/>
                  <a:pt x="358501" y="438168"/>
                </a:cubicBezTo>
                <a:lnTo>
                  <a:pt x="358501" y="478001"/>
                </a:lnTo>
                <a:moveTo>
                  <a:pt x="278834" y="478001"/>
                </a:moveTo>
                <a:cubicBezTo>
                  <a:pt x="199167" y="478001"/>
                  <a:pt x="199167" y="557668"/>
                  <a:pt x="199167" y="557668"/>
                </a:cubicBezTo>
                <a:lnTo>
                  <a:pt x="199167" y="717002"/>
                </a:lnTo>
                <a:cubicBezTo>
                  <a:pt x="199167" y="796669"/>
                  <a:pt x="278834" y="796669"/>
                  <a:pt x="278834" y="796669"/>
                </a:cubicBezTo>
                <a:lnTo>
                  <a:pt x="637335" y="796669"/>
                </a:lnTo>
                <a:cubicBezTo>
                  <a:pt x="717002" y="796669"/>
                  <a:pt x="717002" y="717002"/>
                  <a:pt x="717002" y="717002"/>
                </a:cubicBezTo>
                <a:lnTo>
                  <a:pt x="717002" y="557668"/>
                </a:lnTo>
                <a:cubicBezTo>
                  <a:pt x="717002" y="478001"/>
                  <a:pt x="637335" y="478001"/>
                  <a:pt x="637335" y="478001"/>
                </a:cubicBezTo>
                <a:lnTo>
                  <a:pt x="278834" y="478001"/>
                </a:lnTo>
                <a:moveTo>
                  <a:pt x="756836" y="856420"/>
                </a:moveTo>
                <a:cubicBezTo>
                  <a:pt x="756836" y="823420"/>
                  <a:pt x="783587" y="796669"/>
                  <a:pt x="816586" y="796669"/>
                </a:cubicBezTo>
                <a:cubicBezTo>
                  <a:pt x="849585" y="796669"/>
                  <a:pt x="876336" y="823420"/>
                  <a:pt x="876336" y="856420"/>
                </a:cubicBezTo>
                <a:cubicBezTo>
                  <a:pt x="876336" y="889419"/>
                  <a:pt x="849585" y="916170"/>
                  <a:pt x="816586" y="916170"/>
                </a:cubicBezTo>
                <a:cubicBezTo>
                  <a:pt x="783587" y="916170"/>
                  <a:pt x="756836" y="889419"/>
                  <a:pt x="756836" y="856420"/>
                </a:cubicBezTo>
                <a:moveTo>
                  <a:pt x="39833" y="856420"/>
                </a:moveTo>
                <a:cubicBezTo>
                  <a:pt x="39833" y="823420"/>
                  <a:pt x="66584" y="796669"/>
                  <a:pt x="99583" y="796669"/>
                </a:cubicBezTo>
                <a:cubicBezTo>
                  <a:pt x="132582" y="796669"/>
                  <a:pt x="159333" y="823420"/>
                  <a:pt x="159333" y="856420"/>
                </a:cubicBezTo>
                <a:cubicBezTo>
                  <a:pt x="159333" y="889419"/>
                  <a:pt x="132582" y="916170"/>
                  <a:pt x="99583" y="916170"/>
                </a:cubicBezTo>
                <a:cubicBezTo>
                  <a:pt x="66584" y="916170"/>
                  <a:pt x="39833" y="889419"/>
                  <a:pt x="39833" y="856420"/>
                </a:cubicBezTo>
              </a:path>
            </a:pathLst>
          </a:custGeom>
          <a:noFill/>
          <a:ln w="11949">
            <a:solidFill>
              <a:srgbClr val="BA5DE5"/>
            </a:solidFill>
          </a:ln>
        </p:spPr>
        <p:txBody>
          <a:bodyPr rtlCol="0" anchor="ctr"/>
          <a:lstStyle/>
          <a:p>
            <a:pPr algn="ctr"/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394138" y="2528887"/>
            <a:ext cx="933450" cy="1381125"/>
            <a:chOff x="3067050" y="1466850"/>
            <a:chExt cx="933450" cy="1381125"/>
          </a:xfrm>
        </p:grpSpPr>
        <p:sp>
          <p:nvSpPr>
            <p:cNvPr id="2" name="Rounded Rectangle 1"/>
            <p:cNvSpPr/>
            <p:nvPr/>
          </p:nvSpPr>
          <p:spPr>
            <a:xfrm>
              <a:off x="3067050" y="1466850"/>
              <a:ext cx="933450" cy="1381125"/>
            </a:xfrm>
            <a:custGeom>
              <a:avLst/>
              <a:gdLst/>
              <a:ahLst/>
              <a:cxnLst/>
              <a:rect l="0" t="0" r="0" b="0"/>
              <a:pathLst>
                <a:path w="933450" h="1381125">
                  <a:moveTo>
                    <a:pt x="933450" y="0"/>
                  </a:moveTo>
                  <a:lnTo>
                    <a:pt x="933450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3067050" y="1466850"/>
              <a:ext cx="933450" cy="1381125"/>
            </a:xfrm>
            <a:custGeom>
              <a:avLst/>
              <a:gdLst/>
              <a:ahLst/>
              <a:cxnLst/>
              <a:rect l="0" t="0" r="0" b="0"/>
              <a:pathLst>
                <a:path w="933450" h="1381125">
                  <a:moveTo>
                    <a:pt x="933450" y="0"/>
                  </a:moveTo>
                  <a:lnTo>
                    <a:pt x="933450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327588" y="3910012"/>
            <a:ext cx="933450" cy="1381125"/>
            <a:chOff x="4000500" y="2847975"/>
            <a:chExt cx="933450" cy="1381125"/>
          </a:xfrm>
        </p:grpSpPr>
        <p:sp>
          <p:nvSpPr>
            <p:cNvPr id="5" name="Rounded Rectangle 4"/>
            <p:cNvSpPr/>
            <p:nvPr/>
          </p:nvSpPr>
          <p:spPr>
            <a:xfrm>
              <a:off x="4000500" y="2847975"/>
              <a:ext cx="933450" cy="1381125"/>
            </a:xfrm>
            <a:custGeom>
              <a:avLst/>
              <a:gdLst/>
              <a:ahLst/>
              <a:cxnLst/>
              <a:rect l="0" t="0" r="0" b="0"/>
              <a:pathLst>
                <a:path w="933450" h="1381125">
                  <a:moveTo>
                    <a:pt x="933450" y="0"/>
                  </a:moveTo>
                  <a:lnTo>
                    <a:pt x="933450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C188"/>
                </a:gs>
                <a:gs pos="100000">
                  <a:srgbClr val="FA963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000500" y="2847975"/>
              <a:ext cx="933450" cy="1381125"/>
            </a:xfrm>
            <a:custGeom>
              <a:avLst/>
              <a:gdLst/>
              <a:ahLst/>
              <a:cxnLst/>
              <a:rect l="0" t="0" r="0" b="0"/>
              <a:pathLst>
                <a:path w="933450" h="1381125">
                  <a:moveTo>
                    <a:pt x="933450" y="0"/>
                  </a:moveTo>
                  <a:lnTo>
                    <a:pt x="933450" y="1381125"/>
                  </a:lnTo>
                  <a:lnTo>
                    <a:pt x="0" y="138112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946463" y="3910012"/>
            <a:ext cx="1381125" cy="933450"/>
            <a:chOff x="2619375" y="2847975"/>
            <a:chExt cx="1381125" cy="933450"/>
          </a:xfrm>
        </p:grpSpPr>
        <p:sp>
          <p:nvSpPr>
            <p:cNvPr id="8" name="Rounded Rectangle 7"/>
            <p:cNvSpPr/>
            <p:nvPr/>
          </p:nvSpPr>
          <p:spPr>
            <a:xfrm>
              <a:off x="2619375" y="2847975"/>
              <a:ext cx="1381125" cy="933450"/>
            </a:xfrm>
            <a:custGeom>
              <a:avLst/>
              <a:gdLst/>
              <a:ahLst/>
              <a:cxnLst/>
              <a:rect l="0" t="0" r="0" b="0"/>
              <a:pathLst>
                <a:path w="1381125" h="933450">
                  <a:moveTo>
                    <a:pt x="138112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1381125" y="0"/>
                  </a:lnTo>
                  <a:close/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619375" y="2847975"/>
              <a:ext cx="1381125" cy="933450"/>
            </a:xfrm>
            <a:custGeom>
              <a:avLst/>
              <a:gdLst/>
              <a:ahLst/>
              <a:cxnLst/>
              <a:rect l="0" t="0" r="0" b="0"/>
              <a:pathLst>
                <a:path w="1381125" h="933450">
                  <a:moveTo>
                    <a:pt x="138112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1381125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27588" y="2976562"/>
            <a:ext cx="1381125" cy="933450"/>
            <a:chOff x="4000500" y="1914525"/>
            <a:chExt cx="1381125" cy="933450"/>
          </a:xfrm>
        </p:grpSpPr>
        <p:sp>
          <p:nvSpPr>
            <p:cNvPr id="11" name="Rounded Rectangle 10"/>
            <p:cNvSpPr/>
            <p:nvPr/>
          </p:nvSpPr>
          <p:spPr>
            <a:xfrm>
              <a:off x="4000500" y="1914525"/>
              <a:ext cx="1381125" cy="933450"/>
            </a:xfrm>
            <a:custGeom>
              <a:avLst/>
              <a:gdLst/>
              <a:ahLst/>
              <a:cxnLst/>
              <a:rect l="0" t="0" r="0" b="0"/>
              <a:pathLst>
                <a:path w="1381125" h="933450">
                  <a:moveTo>
                    <a:pt x="138112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1381125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282"/>
                </a:gs>
                <a:gs pos="100000">
                  <a:srgbClr val="FFE714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000500" y="1914525"/>
              <a:ext cx="1381125" cy="933450"/>
            </a:xfrm>
            <a:custGeom>
              <a:avLst/>
              <a:gdLst/>
              <a:ahLst/>
              <a:cxnLst/>
              <a:rect l="0" t="0" r="0" b="0"/>
              <a:pathLst>
                <a:path w="1381125" h="933450">
                  <a:moveTo>
                    <a:pt x="138112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1381125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 sz="16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29930" y="508221"/>
            <a:ext cx="3649653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Future Enhancements</a:t>
            </a:r>
            <a:r>
              <a:rPr sz="3600" b="1" dirty="0">
                <a:solidFill>
                  <a:schemeClr val="accent4"/>
                </a:solidFill>
                <a:latin typeface="Abadi MT Condensed Light" panose="020B0306030101010103" pitchFamily="34" charset="77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371" y="2562224"/>
            <a:ext cx="1068562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DE58A9"/>
                </a:solidFill>
              </a:rPr>
              <a:t>Integration
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2638" y="2562224"/>
            <a:ext cx="1487010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0CB15"/>
                </a:solidFill>
              </a:rPr>
              <a:t>Natural Language
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646" y="3157537"/>
            <a:ext cx="1575111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484848"/>
                </a:solidFill>
              </a:rPr>
              <a:t>Integrate with new
MCPs and prebuilt
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2638" y="3128962"/>
            <a:ext cx="1939505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84848"/>
                </a:solidFill>
              </a:rPr>
              <a:t>Create workflows using
natural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147" y="4048124"/>
            <a:ext cx="948593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1">
                <a:solidFill>
                  <a:srgbClr val="E55753"/>
                </a:solidFill>
              </a:rPr>
              <a:t>Role-Based
Libraries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2638" y="4048124"/>
            <a:ext cx="1091581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DE8431"/>
                </a:solidFill>
              </a:rPr>
              <a:t>Event-Driven
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845" y="4643437"/>
            <a:ext cx="1813766" cy="7386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484848"/>
                </a:solidFill>
              </a:rPr>
              <a:t>Access pre-built
workflows for specific
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2638" y="4614862"/>
            <a:ext cx="2023567" cy="492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84848"/>
                </a:solidFill>
              </a:rPr>
              <a:t>Trigger workflows based
on real-time events.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3525" y="2790824"/>
            <a:ext cx="390525" cy="428625"/>
          </a:xfrm>
          <a:custGeom>
            <a:avLst/>
            <a:gdLst/>
            <a:ahLst/>
            <a:cxnLst/>
            <a:rect l="0" t="0" r="0" b="0"/>
            <a:pathLst>
              <a:path w="390525" h="428625">
                <a:moveTo>
                  <a:pt x="85725" y="419100"/>
                </a:moveTo>
                <a:lnTo>
                  <a:pt x="123825" y="381000"/>
                </a:lnTo>
                <a:lnTo>
                  <a:pt x="85725" y="342900"/>
                </a:lnTo>
                <a:moveTo>
                  <a:pt x="247650" y="180975"/>
                </a:moveTo>
                <a:lnTo>
                  <a:pt x="361950" y="180975"/>
                </a:lnTo>
                <a:cubicBezTo>
                  <a:pt x="361950" y="180975"/>
                  <a:pt x="381000" y="180975"/>
                  <a:pt x="381000" y="200025"/>
                </a:cubicBezTo>
                <a:lnTo>
                  <a:pt x="381000" y="409575"/>
                </a:lnTo>
                <a:cubicBezTo>
                  <a:pt x="381000" y="409575"/>
                  <a:pt x="381000" y="428625"/>
                  <a:pt x="361950" y="428625"/>
                </a:cubicBezTo>
                <a:lnTo>
                  <a:pt x="247650" y="428625"/>
                </a:lnTo>
                <a:cubicBezTo>
                  <a:pt x="247650" y="428625"/>
                  <a:pt x="228600" y="428625"/>
                  <a:pt x="228600" y="409575"/>
                </a:cubicBezTo>
                <a:lnTo>
                  <a:pt x="228600" y="200025"/>
                </a:lnTo>
                <a:cubicBezTo>
                  <a:pt x="228600" y="200025"/>
                  <a:pt x="228600" y="180975"/>
                  <a:pt x="247650" y="180975"/>
                </a:cubicBezTo>
                <a:moveTo>
                  <a:pt x="123825" y="381000"/>
                </a:moveTo>
                <a:lnTo>
                  <a:pt x="104775" y="381000"/>
                </a:lnTo>
                <a:cubicBezTo>
                  <a:pt x="52169" y="381000"/>
                  <a:pt x="9525" y="338355"/>
                  <a:pt x="9525" y="285750"/>
                </a:cubicBezTo>
                <a:moveTo>
                  <a:pt x="314325" y="0"/>
                </a:moveTo>
                <a:lnTo>
                  <a:pt x="276225" y="38100"/>
                </a:lnTo>
                <a:lnTo>
                  <a:pt x="314325" y="76200"/>
                </a:lnTo>
                <a:moveTo>
                  <a:pt x="276225" y="38100"/>
                </a:moveTo>
                <a:lnTo>
                  <a:pt x="295275" y="38100"/>
                </a:lnTo>
                <a:cubicBezTo>
                  <a:pt x="347880" y="38100"/>
                  <a:pt x="390525" y="80744"/>
                  <a:pt x="390525" y="133350"/>
                </a:cubicBezTo>
                <a:moveTo>
                  <a:pt x="228600" y="352425"/>
                </a:moveTo>
                <a:lnTo>
                  <a:pt x="381000" y="352425"/>
                </a:lnTo>
                <a:moveTo>
                  <a:pt x="304800" y="385762"/>
                </a:moveTo>
                <a:cubicBezTo>
                  <a:pt x="302169" y="385762"/>
                  <a:pt x="300037" y="387894"/>
                  <a:pt x="300037" y="390525"/>
                </a:cubicBezTo>
                <a:cubicBezTo>
                  <a:pt x="300037" y="393155"/>
                  <a:pt x="302169" y="395287"/>
                  <a:pt x="304800" y="395287"/>
                </a:cubicBezTo>
                <a:cubicBezTo>
                  <a:pt x="307430" y="395287"/>
                  <a:pt x="309562" y="393155"/>
                  <a:pt x="309562" y="390525"/>
                </a:cubicBezTo>
                <a:cubicBezTo>
                  <a:pt x="309562" y="387894"/>
                  <a:pt x="307430" y="385762"/>
                  <a:pt x="304800" y="385762"/>
                </a:cubicBezTo>
                <a:lnTo>
                  <a:pt x="304800" y="385762"/>
                </a:lnTo>
                <a:moveTo>
                  <a:pt x="95250" y="180975"/>
                </a:moveTo>
                <a:cubicBezTo>
                  <a:pt x="95250" y="170453"/>
                  <a:pt x="103778" y="161925"/>
                  <a:pt x="114300" y="161925"/>
                </a:cubicBezTo>
                <a:cubicBezTo>
                  <a:pt x="124821" y="161925"/>
                  <a:pt x="133350" y="170453"/>
                  <a:pt x="133350" y="180975"/>
                </a:cubicBezTo>
                <a:cubicBezTo>
                  <a:pt x="133350" y="191496"/>
                  <a:pt x="124821" y="200025"/>
                  <a:pt x="114300" y="200025"/>
                </a:cubicBezTo>
                <a:cubicBezTo>
                  <a:pt x="103778" y="200025"/>
                  <a:pt x="95250" y="191496"/>
                  <a:pt x="95250" y="180975"/>
                </a:cubicBezTo>
                <a:moveTo>
                  <a:pt x="19050" y="180975"/>
                </a:moveTo>
                <a:cubicBezTo>
                  <a:pt x="19050" y="170453"/>
                  <a:pt x="27578" y="161925"/>
                  <a:pt x="38100" y="161925"/>
                </a:cubicBezTo>
                <a:cubicBezTo>
                  <a:pt x="48621" y="161925"/>
                  <a:pt x="57150" y="170453"/>
                  <a:pt x="57150" y="180975"/>
                </a:cubicBezTo>
                <a:cubicBezTo>
                  <a:pt x="57150" y="191496"/>
                  <a:pt x="48621" y="200025"/>
                  <a:pt x="38100" y="200025"/>
                </a:cubicBezTo>
                <a:cubicBezTo>
                  <a:pt x="27578" y="200025"/>
                  <a:pt x="19050" y="191496"/>
                  <a:pt x="19050" y="180975"/>
                </a:cubicBezTo>
                <a:moveTo>
                  <a:pt x="171450" y="0"/>
                </a:moveTo>
                <a:lnTo>
                  <a:pt x="123825" y="142875"/>
                </a:lnTo>
                <a:lnTo>
                  <a:pt x="28575" y="142875"/>
                </a:lnTo>
                <a:lnTo>
                  <a:pt x="0" y="47625"/>
                </a:lnTo>
                <a:lnTo>
                  <a:pt x="155581" y="47625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Rounded Rectangle 23"/>
          <p:cNvSpPr/>
          <p:nvPr/>
        </p:nvSpPr>
        <p:spPr>
          <a:xfrm>
            <a:off x="5937293" y="2805112"/>
            <a:ext cx="438169" cy="404774"/>
          </a:xfrm>
          <a:custGeom>
            <a:avLst/>
            <a:gdLst/>
            <a:ahLst/>
            <a:cxnLst/>
            <a:rect l="0" t="0" r="0" b="0"/>
            <a:pathLst>
              <a:path w="438169" h="404774">
                <a:moveTo>
                  <a:pt x="171469" y="353244"/>
                </a:moveTo>
                <a:cubicBezTo>
                  <a:pt x="161486" y="351434"/>
                  <a:pt x="16421" y="404774"/>
                  <a:pt x="16421" y="404774"/>
                </a:cubicBezTo>
                <a:cubicBezTo>
                  <a:pt x="51625" y="371132"/>
                  <a:pt x="70065" y="338232"/>
                  <a:pt x="65722" y="306362"/>
                </a:cubicBezTo>
                <a:cubicBezTo>
                  <a:pt x="25368" y="276174"/>
                  <a:pt x="1133" y="229110"/>
                  <a:pt x="0" y="178727"/>
                </a:cubicBezTo>
                <a:cubicBezTo>
                  <a:pt x="19" y="80010"/>
                  <a:pt x="98088" y="0"/>
                  <a:pt x="219094" y="0"/>
                </a:cubicBezTo>
                <a:cubicBezTo>
                  <a:pt x="340099" y="0"/>
                  <a:pt x="438169" y="80010"/>
                  <a:pt x="438169" y="178727"/>
                </a:cubicBezTo>
                <a:cubicBezTo>
                  <a:pt x="438169" y="277444"/>
                  <a:pt x="340099" y="357473"/>
                  <a:pt x="219094" y="357473"/>
                </a:cubicBezTo>
                <a:cubicBezTo>
                  <a:pt x="203124" y="357482"/>
                  <a:pt x="187186" y="356066"/>
                  <a:pt x="171469" y="353244"/>
                </a:cubicBezTo>
                <a:close/>
                <a:moveTo>
                  <a:pt x="319563" y="276225"/>
                </a:moveTo>
                <a:cubicBezTo>
                  <a:pt x="351035" y="255416"/>
                  <a:pt x="370408" y="220592"/>
                  <a:pt x="371494" y="182879"/>
                </a:cubicBezTo>
                <a:cubicBezTo>
                  <a:pt x="371494" y="124586"/>
                  <a:pt x="322459" y="75723"/>
                  <a:pt x="256260" y="62198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Rounded Rectangle 24"/>
          <p:cNvSpPr/>
          <p:nvPr/>
        </p:nvSpPr>
        <p:spPr>
          <a:xfrm>
            <a:off x="2270188" y="4262437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447675" h="447675">
                <a:moveTo>
                  <a:pt x="352425" y="257175"/>
                </a:moveTo>
                <a:cubicBezTo>
                  <a:pt x="405030" y="257175"/>
                  <a:pt x="447675" y="299819"/>
                  <a:pt x="447675" y="352425"/>
                </a:cubicBezTo>
                <a:cubicBezTo>
                  <a:pt x="447675" y="405030"/>
                  <a:pt x="405030" y="447675"/>
                  <a:pt x="352425" y="447675"/>
                </a:cubicBezTo>
                <a:cubicBezTo>
                  <a:pt x="299819" y="447675"/>
                  <a:pt x="257175" y="405030"/>
                  <a:pt x="257175" y="352425"/>
                </a:cubicBezTo>
                <a:cubicBezTo>
                  <a:pt x="257175" y="299819"/>
                  <a:pt x="299819" y="257175"/>
                  <a:pt x="352425" y="257175"/>
                </a:cubicBezTo>
                <a:close/>
                <a:moveTo>
                  <a:pt x="0" y="0"/>
                </a:moveTo>
                <a:moveTo>
                  <a:pt x="371475" y="381000"/>
                </a:moveTo>
                <a:lnTo>
                  <a:pt x="400050" y="352425"/>
                </a:lnTo>
                <a:lnTo>
                  <a:pt x="371475" y="323850"/>
                </a:lnTo>
                <a:moveTo>
                  <a:pt x="333375" y="323850"/>
                </a:moveTo>
                <a:lnTo>
                  <a:pt x="304800" y="352425"/>
                </a:lnTo>
                <a:lnTo>
                  <a:pt x="333375" y="381000"/>
                </a:lnTo>
                <a:moveTo>
                  <a:pt x="9525" y="257175"/>
                </a:moveTo>
                <a:cubicBezTo>
                  <a:pt x="9710" y="239490"/>
                  <a:pt x="13367" y="222014"/>
                  <a:pt x="20288" y="205740"/>
                </a:cubicBezTo>
                <a:cubicBezTo>
                  <a:pt x="27908" y="190500"/>
                  <a:pt x="59588" y="180022"/>
                  <a:pt x="99402" y="165277"/>
                </a:cubicBezTo>
                <a:cubicBezTo>
                  <a:pt x="110166" y="161296"/>
                  <a:pt x="108394" y="133197"/>
                  <a:pt x="103631" y="127939"/>
                </a:cubicBezTo>
                <a:cubicBezTo>
                  <a:pt x="88282" y="111307"/>
                  <a:pt x="80763" y="88914"/>
                  <a:pt x="82962" y="66389"/>
                </a:cubicBezTo>
                <a:cubicBezTo>
                  <a:pt x="81583" y="52047"/>
                  <a:pt x="86227" y="37776"/>
                  <a:pt x="95782" y="26992"/>
                </a:cubicBezTo>
                <a:cubicBezTo>
                  <a:pt x="105338" y="16209"/>
                  <a:pt x="118946" y="9881"/>
                  <a:pt x="133350" y="9525"/>
                </a:cubicBezTo>
                <a:cubicBezTo>
                  <a:pt x="147753" y="9881"/>
                  <a:pt x="161361" y="16209"/>
                  <a:pt x="170917" y="26992"/>
                </a:cubicBezTo>
                <a:cubicBezTo>
                  <a:pt x="180472" y="37776"/>
                  <a:pt x="185116" y="52047"/>
                  <a:pt x="183737" y="66389"/>
                </a:cubicBezTo>
                <a:cubicBezTo>
                  <a:pt x="185942" y="88920"/>
                  <a:pt x="178422" y="111322"/>
                  <a:pt x="163068" y="127958"/>
                </a:cubicBezTo>
                <a:cubicBezTo>
                  <a:pt x="158305" y="133216"/>
                  <a:pt x="156533" y="161315"/>
                  <a:pt x="167297" y="165296"/>
                </a:cubicBezTo>
                <a:cubicBezTo>
                  <a:pt x="207111" y="180041"/>
                  <a:pt x="238810" y="190576"/>
                  <a:pt x="246411" y="205759"/>
                </a:cubicBezTo>
                <a:cubicBezTo>
                  <a:pt x="253332" y="222033"/>
                  <a:pt x="256989" y="239509"/>
                  <a:pt x="257175" y="257194"/>
                </a:cubicBezTo>
                <a:close/>
                <a:moveTo>
                  <a:pt x="207873" y="14039"/>
                </a:moveTo>
                <a:cubicBezTo>
                  <a:pt x="214370" y="11040"/>
                  <a:pt x="221444" y="9498"/>
                  <a:pt x="228600" y="9525"/>
                </a:cubicBezTo>
                <a:cubicBezTo>
                  <a:pt x="243003" y="9881"/>
                  <a:pt x="256611" y="16209"/>
                  <a:pt x="266167" y="26992"/>
                </a:cubicBezTo>
                <a:cubicBezTo>
                  <a:pt x="275722" y="37776"/>
                  <a:pt x="280366" y="52047"/>
                  <a:pt x="278987" y="66389"/>
                </a:cubicBezTo>
                <a:cubicBezTo>
                  <a:pt x="281192" y="88920"/>
                  <a:pt x="273672" y="111322"/>
                  <a:pt x="258318" y="127958"/>
                </a:cubicBezTo>
                <a:cubicBezTo>
                  <a:pt x="253555" y="133216"/>
                  <a:pt x="251783" y="161315"/>
                  <a:pt x="262547" y="165296"/>
                </a:cubicBezTo>
                <a:cubicBezTo>
                  <a:pt x="302361" y="180041"/>
                  <a:pt x="334060" y="190576"/>
                  <a:pt x="341661" y="205759"/>
                </a:cubicBezTo>
                <a:cubicBezTo>
                  <a:pt x="342233" y="206921"/>
                  <a:pt x="342785" y="208121"/>
                  <a:pt x="343319" y="209321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5923593" y="4258522"/>
            <a:ext cx="451869" cy="451589"/>
          </a:xfrm>
          <a:custGeom>
            <a:avLst/>
            <a:gdLst/>
            <a:ahLst/>
            <a:cxnLst/>
            <a:rect l="0" t="0" r="0" b="0"/>
            <a:pathLst>
              <a:path w="451869" h="451589">
                <a:moveTo>
                  <a:pt x="185169" y="232514"/>
                </a:moveTo>
                <a:lnTo>
                  <a:pt x="185169" y="356339"/>
                </a:lnTo>
                <a:moveTo>
                  <a:pt x="137544" y="184889"/>
                </a:moveTo>
                <a:lnTo>
                  <a:pt x="13719" y="184889"/>
                </a:lnTo>
                <a:moveTo>
                  <a:pt x="185169" y="184889"/>
                </a:moveTo>
                <a:lnTo>
                  <a:pt x="313756" y="73446"/>
                </a:lnTo>
                <a:moveTo>
                  <a:pt x="242319" y="270614"/>
                </a:moveTo>
                <a:cubicBezTo>
                  <a:pt x="242319" y="254832"/>
                  <a:pt x="289228" y="242039"/>
                  <a:pt x="347094" y="242039"/>
                </a:cubicBezTo>
                <a:cubicBezTo>
                  <a:pt x="404959" y="242039"/>
                  <a:pt x="451869" y="254832"/>
                  <a:pt x="451869" y="270614"/>
                </a:cubicBezTo>
                <a:cubicBezTo>
                  <a:pt x="451869" y="286395"/>
                  <a:pt x="404959" y="299189"/>
                  <a:pt x="347094" y="299189"/>
                </a:cubicBezTo>
                <a:cubicBezTo>
                  <a:pt x="289228" y="299189"/>
                  <a:pt x="242319" y="286395"/>
                  <a:pt x="242319" y="270614"/>
                </a:cubicBezTo>
                <a:moveTo>
                  <a:pt x="421198" y="327764"/>
                </a:moveTo>
                <a:cubicBezTo>
                  <a:pt x="399337" y="342256"/>
                  <a:pt x="373233" y="348966"/>
                  <a:pt x="347094" y="346814"/>
                </a:cubicBezTo>
                <a:cubicBezTo>
                  <a:pt x="320954" y="348966"/>
                  <a:pt x="294850" y="342256"/>
                  <a:pt x="272989" y="327764"/>
                </a:cubicBezTo>
                <a:moveTo>
                  <a:pt x="395481" y="384914"/>
                </a:moveTo>
                <a:cubicBezTo>
                  <a:pt x="380269" y="391675"/>
                  <a:pt x="363732" y="394930"/>
                  <a:pt x="347094" y="394439"/>
                </a:cubicBezTo>
                <a:cubicBezTo>
                  <a:pt x="330455" y="394930"/>
                  <a:pt x="313918" y="391675"/>
                  <a:pt x="298707" y="384914"/>
                </a:cubicBezTo>
                <a:moveTo>
                  <a:pt x="373383" y="432539"/>
                </a:moveTo>
                <a:cubicBezTo>
                  <a:pt x="373383" y="432539"/>
                  <a:pt x="361572" y="451589"/>
                  <a:pt x="347094" y="451589"/>
                </a:cubicBezTo>
                <a:cubicBezTo>
                  <a:pt x="332616" y="451589"/>
                  <a:pt x="320805" y="432539"/>
                  <a:pt x="320805" y="432539"/>
                </a:cubicBezTo>
                <a:moveTo>
                  <a:pt x="232794" y="349481"/>
                </a:moveTo>
                <a:cubicBezTo>
                  <a:pt x="217060" y="353996"/>
                  <a:pt x="200775" y="356304"/>
                  <a:pt x="184407" y="356339"/>
                </a:cubicBezTo>
                <a:cubicBezTo>
                  <a:pt x="113419" y="355899"/>
                  <a:pt x="50044" y="311758"/>
                  <a:pt x="25022" y="245326"/>
                </a:cubicBezTo>
                <a:cubicBezTo>
                  <a:pt x="0" y="178893"/>
                  <a:pt x="18505" y="103911"/>
                  <a:pt x="71563" y="56749"/>
                </a:cubicBezTo>
                <a:cubicBezTo>
                  <a:pt x="124620" y="9586"/>
                  <a:pt x="201255" y="0"/>
                  <a:pt x="264296" y="32638"/>
                </a:cubicBezTo>
                <a:cubicBezTo>
                  <a:pt x="327336" y="65277"/>
                  <a:pt x="363743" y="133390"/>
                  <a:pt x="355857" y="203939"/>
                </a:cubicBezTo>
                <a:moveTo>
                  <a:pt x="232794" y="91544"/>
                </a:moveTo>
                <a:cubicBezTo>
                  <a:pt x="194129" y="71833"/>
                  <a:pt x="147314" y="77999"/>
                  <a:pt x="115072" y="107050"/>
                </a:cubicBezTo>
                <a:cubicBezTo>
                  <a:pt x="82830" y="136101"/>
                  <a:pt x="71836" y="182022"/>
                  <a:pt x="87425" y="222525"/>
                </a:cubicBezTo>
                <a:cubicBezTo>
                  <a:pt x="103014" y="263027"/>
                  <a:pt x="141960" y="289727"/>
                  <a:pt x="185359" y="289664"/>
                </a:cubicBezTo>
                <a:cubicBezTo>
                  <a:pt x="191747" y="289658"/>
                  <a:pt x="198122" y="289084"/>
                  <a:pt x="204409" y="287949"/>
                </a:cubicBezTo>
                <a:moveTo>
                  <a:pt x="288229" y="203939"/>
                </a:moveTo>
                <a:cubicBezTo>
                  <a:pt x="293963" y="172630"/>
                  <a:pt x="285207" y="140410"/>
                  <a:pt x="264417" y="116309"/>
                </a:cubicBezTo>
                <a:moveTo>
                  <a:pt x="185169" y="180126"/>
                </a:moveTo>
                <a:cubicBezTo>
                  <a:pt x="187799" y="180126"/>
                  <a:pt x="189931" y="182258"/>
                  <a:pt x="189931" y="184889"/>
                </a:cubicBezTo>
                <a:cubicBezTo>
                  <a:pt x="189931" y="187519"/>
                  <a:pt x="187799" y="189651"/>
                  <a:pt x="185169" y="189651"/>
                </a:cubicBezTo>
                <a:cubicBezTo>
                  <a:pt x="182538" y="189651"/>
                  <a:pt x="180406" y="187519"/>
                  <a:pt x="180406" y="184889"/>
                </a:cubicBezTo>
                <a:cubicBezTo>
                  <a:pt x="180406" y="182258"/>
                  <a:pt x="182538" y="180126"/>
                  <a:pt x="185169" y="180126"/>
                </a:cubicBezTo>
                <a:moveTo>
                  <a:pt x="232794" y="184889"/>
                </a:moveTo>
                <a:lnTo>
                  <a:pt x="356619" y="184889"/>
                </a:lnTo>
                <a:moveTo>
                  <a:pt x="185169" y="13439"/>
                </a:moveTo>
                <a:lnTo>
                  <a:pt x="185169" y="137264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847</Words>
  <Application>Microsoft Macintosh PowerPoint</Application>
  <PresentationFormat>On-screen Show (4:3)</PresentationFormat>
  <Paragraphs>159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Abadi MT Condensed Light</vt:lpstr>
      <vt:lpstr>Adelle Sans Devanagari</vt:lpstr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Sekhar Javalkar</cp:lastModifiedBy>
  <cp:revision>2</cp:revision>
  <dcterms:created xsi:type="dcterms:W3CDTF">2013-01-27T09:14:16Z</dcterms:created>
  <dcterms:modified xsi:type="dcterms:W3CDTF">2025-06-25T11:27:18Z</dcterms:modified>
  <cp:category/>
</cp:coreProperties>
</file>