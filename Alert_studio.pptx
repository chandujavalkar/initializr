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9432"/>
    <a:srgbClr val="05628B"/>
    <a:srgbClr val="007CB6"/>
    <a:srgbClr val="00B1FF"/>
    <a:srgbClr val="0E59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86"/>
  </p:normalViewPr>
  <p:slideViewPr>
    <p:cSldViewPr snapToGrid="0">
      <p:cViewPr>
        <p:scale>
          <a:sx n="100" d="100"/>
          <a:sy n="100" d="100"/>
        </p:scale>
        <p:origin x="-176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43536-0588-A2A2-766E-9F3367D55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55BEA-68AE-B5EA-3767-73227160E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31CBF-62A8-B884-24C7-4B665DFC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5A3C7-21AB-F3AD-68C1-CA220704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C954E-F343-E479-EF8D-8A8D8FD2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44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4709-9845-7D8E-816F-5164E2272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28709-C748-F509-6E0A-020E6855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2AD0C-448E-2B55-DFDA-14E5A489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6F451-DEDC-EDF9-0BB7-578C9D38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1B6F9-2C00-A400-AC91-AC596386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582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AFDB8-432D-DB2C-6E55-AB968E79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F5700-7151-BC8D-64B6-42E7A0EA0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C2151-7193-2E1A-23BB-82130A16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BB79A-474C-8733-37FB-7E327005D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9DCEA-E11B-19F5-F9F3-E5B11BB6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314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EBF5-FE68-791E-606C-9E65ADDF5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D4767-A571-81F4-50FE-E6826E228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411A3-0185-7448-3DF2-8A828258B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50D73-C02D-19BF-5F54-EFDCF8264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DD4024-1849-C986-AA68-EFDE949F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571C46-C4B0-D9E9-048C-6D1988ECB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781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039AC-3EDB-7175-9B46-B4DE18A42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3CE02-FE37-8810-74AB-4E85C2DC9A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D65E5-BCA5-3C4E-6EBE-1727F644F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DB5176-CE44-8310-DC96-5D140A4AE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D0EEA3-0E03-1B97-4D15-EBECE531F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C84A2C-C206-8B2F-0C46-C31914C7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C4754B-792E-0BCF-C06F-4B265EB10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31572C-BAC6-EDD9-F140-319BD4D7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801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47334-C11E-CFC4-1949-5FFAC874F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52A92-26A1-6194-AC9E-C76B5204D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C33C6-6E9E-217F-0924-5A05E81A3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3E0FD-14E0-9E15-6F2E-4F9153E5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48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6DFA4-77BC-98D8-1598-CAF83847F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8D1A26-4651-43A4-3D76-D5BB254B9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35A4C-E86F-4037-5BE0-9715D9B5B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5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E828-D617-E1A7-D811-B428258B7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63365-D70B-EB07-EB53-6A255F813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94E7EF-24C9-D037-AFCF-08E34F61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B2F35-5D7C-A99E-33E5-795A198C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6489E-9033-0CE2-8F14-D33FBAED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0D113-2DCC-43BF-EF66-2AC35A83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69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9C19-00CE-6AB9-E240-93EB4CD5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BFDC3E-BB98-F941-228A-89E5C86808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7BD3D-5A5B-5B43-D391-295D6E5E8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D70AD-2DD9-7782-BDA4-4D19F06A6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DD943-F124-43BB-B4A9-C13404921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AC287-E316-8833-DFDB-67432A40F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57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1A8D-0BF7-2CFD-C9ED-1A1B2BAD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3C560-5B2D-1DA7-4417-B155EFE6B8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63B23-4DFF-A08E-D582-3C8B4725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D1D04-96DE-6684-6E88-01D3C156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84A31-B6AD-5FD3-B4A4-7D1432889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985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1704B8-6E28-9F2E-1C56-54299E756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E53633-7590-A9D0-635E-68A82EFDF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49721-065D-2A65-B01A-3BB39C7A8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DAD4E-A003-F16D-0400-7746D744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51CBC-203A-F233-F51C-9B02511A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431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9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59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68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31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3807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35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193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409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67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97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09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9FA63-A045-C92A-EF4C-62D3E285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62652-B506-DB1E-AA7B-8C5D9106E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63388-FB76-FDE0-FF73-7EB4AEAE6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30259-37B6-FC42-96DF-D68E77EC52F1}" type="datetimeFigureOut">
              <a:rPr lang="en-US" smtClean="0"/>
              <a:t>7/8/25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29E99-B5F5-3260-A835-4DCB907FC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3C9A1-9B45-C033-C16D-5C77B62A5A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60DF4-074B-ED4F-9A95-84E55CF2C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69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8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0EA6280C-DD2B-10A2-A12B-67A400BF7DA2}"/>
              </a:ext>
            </a:extLst>
          </p:cNvPr>
          <p:cNvSpPr/>
          <p:nvPr/>
        </p:nvSpPr>
        <p:spPr>
          <a:xfrm>
            <a:off x="3567486" y="1177447"/>
            <a:ext cx="4985680" cy="378175"/>
          </a:xfrm>
          <a:prstGeom prst="rect">
            <a:avLst/>
          </a:prstGeom>
          <a:solidFill>
            <a:srgbClr val="05628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055DD2-80F0-89A4-39BF-1505996CC0D1}"/>
              </a:ext>
            </a:extLst>
          </p:cNvPr>
          <p:cNvSpPr/>
          <p:nvPr/>
        </p:nvSpPr>
        <p:spPr>
          <a:xfrm>
            <a:off x="3567486" y="1177447"/>
            <a:ext cx="4985680" cy="289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76AE32-A990-253E-FE80-2C7904C71B83}"/>
              </a:ext>
            </a:extLst>
          </p:cNvPr>
          <p:cNvSpPr txBox="1"/>
          <p:nvPr/>
        </p:nvSpPr>
        <p:spPr>
          <a:xfrm>
            <a:off x="5383547" y="1186290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Alert Studio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D258C7-8977-D081-C61B-612B3849DA13}"/>
              </a:ext>
            </a:extLst>
          </p:cNvPr>
          <p:cNvSpPr/>
          <p:nvPr/>
        </p:nvSpPr>
        <p:spPr>
          <a:xfrm>
            <a:off x="3954306" y="1952352"/>
            <a:ext cx="1548342" cy="11418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B2A359-5684-1E9F-8F1C-895EDBB7BC59}"/>
              </a:ext>
            </a:extLst>
          </p:cNvPr>
          <p:cNvSpPr txBox="1"/>
          <p:nvPr/>
        </p:nvSpPr>
        <p:spPr>
          <a:xfrm>
            <a:off x="4066037" y="1989985"/>
            <a:ext cx="1244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Email Canvas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B35D6F-10F4-64BD-EADE-48145D9F5F7D}"/>
              </a:ext>
            </a:extLst>
          </p:cNvPr>
          <p:cNvSpPr/>
          <p:nvPr/>
        </p:nvSpPr>
        <p:spPr>
          <a:xfrm>
            <a:off x="10027985" y="2314756"/>
            <a:ext cx="180786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8C579-A1BF-459C-18C9-522AE7982658}"/>
              </a:ext>
            </a:extLst>
          </p:cNvPr>
          <p:cNvSpPr txBox="1"/>
          <p:nvPr/>
        </p:nvSpPr>
        <p:spPr>
          <a:xfrm>
            <a:off x="10431020" y="2329212"/>
            <a:ext cx="853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Tridion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CF2E29A-1853-3A58-019B-D7BDBAE17AC7}"/>
              </a:ext>
            </a:extLst>
          </p:cNvPr>
          <p:cNvGrpSpPr/>
          <p:nvPr/>
        </p:nvGrpSpPr>
        <p:grpSpPr>
          <a:xfrm>
            <a:off x="10431020" y="4517560"/>
            <a:ext cx="1010434" cy="1112999"/>
            <a:chOff x="7801144" y="4754027"/>
            <a:chExt cx="1010434" cy="111299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E4142DB-121F-A7B7-BF5B-56F55E409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1144" y="5575299"/>
              <a:ext cx="1010434" cy="29172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C16D481-A351-3BFA-416F-48DC596F1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7966552" y="4754027"/>
              <a:ext cx="670625" cy="82127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C77429E-F0DA-62A2-42D4-7E0A4AF9FE38}"/>
              </a:ext>
            </a:extLst>
          </p:cNvPr>
          <p:cNvGrpSpPr/>
          <p:nvPr/>
        </p:nvGrpSpPr>
        <p:grpSpPr>
          <a:xfrm>
            <a:off x="4939246" y="5384595"/>
            <a:ext cx="2242159" cy="369332"/>
            <a:chOff x="2292263" y="4683475"/>
            <a:chExt cx="2242159" cy="3693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E74C389-10E1-FB70-1736-AE4DC9186A9D}"/>
                </a:ext>
              </a:extLst>
            </p:cNvPr>
            <p:cNvSpPr/>
            <p:nvPr/>
          </p:nvSpPr>
          <p:spPr>
            <a:xfrm>
              <a:off x="2292263" y="4683475"/>
              <a:ext cx="2242159" cy="36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1939D3-CB6C-97DA-D92D-7D7D134CDC3A}"/>
                </a:ext>
              </a:extLst>
            </p:cNvPr>
            <p:cNvSpPr txBox="1"/>
            <p:nvPr/>
          </p:nvSpPr>
          <p:spPr>
            <a:xfrm>
              <a:off x="2537621" y="4683475"/>
              <a:ext cx="1751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content-service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1D2335-6A7B-15D5-055D-BF8AF1EE1A1A}"/>
              </a:ext>
            </a:extLst>
          </p:cNvPr>
          <p:cNvCxnSpPr>
            <a:cxnSpLocks/>
          </p:cNvCxnSpPr>
          <p:nvPr/>
        </p:nvCxnSpPr>
        <p:spPr>
          <a:xfrm>
            <a:off x="3567486" y="3651311"/>
            <a:ext cx="4985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E1EA2F61-A63B-262B-88D3-61D7AF9EB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142" y="2235091"/>
            <a:ext cx="794747" cy="76710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4E5E46-F9FE-7296-A2F4-BD1639B712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524" y="2235091"/>
            <a:ext cx="794747" cy="767103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75E2D73-1CF5-38DB-C59E-E11F560E7AE2}"/>
              </a:ext>
            </a:extLst>
          </p:cNvPr>
          <p:cNvSpPr/>
          <p:nvPr/>
        </p:nvSpPr>
        <p:spPr>
          <a:xfrm>
            <a:off x="5361519" y="1952352"/>
            <a:ext cx="1367268" cy="11557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592855-696E-7754-15A3-EA84D6B87D19}"/>
              </a:ext>
            </a:extLst>
          </p:cNvPr>
          <p:cNvSpPr txBox="1"/>
          <p:nvPr/>
        </p:nvSpPr>
        <p:spPr>
          <a:xfrm>
            <a:off x="5640968" y="1975269"/>
            <a:ext cx="787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Preview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D12378C-EB07-DABD-A606-8E2E39463B86}"/>
              </a:ext>
            </a:extLst>
          </p:cNvPr>
          <p:cNvSpPr/>
          <p:nvPr/>
        </p:nvSpPr>
        <p:spPr>
          <a:xfrm>
            <a:off x="6604171" y="1952352"/>
            <a:ext cx="1548342" cy="11418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1A07AB-57AB-D811-F00F-5621EB2F37CB}"/>
              </a:ext>
            </a:extLst>
          </p:cNvPr>
          <p:cNvSpPr txBox="1"/>
          <p:nvPr/>
        </p:nvSpPr>
        <p:spPr>
          <a:xfrm>
            <a:off x="7025417" y="1952352"/>
            <a:ext cx="76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Publish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8AE6DE-5954-7D16-8402-38FBFCC57CF8}"/>
              </a:ext>
            </a:extLst>
          </p:cNvPr>
          <p:cNvCxnSpPr>
            <a:stCxn id="4" idx="2"/>
          </p:cNvCxnSpPr>
          <p:nvPr/>
        </p:nvCxnSpPr>
        <p:spPr>
          <a:xfrm>
            <a:off x="6060326" y="4070959"/>
            <a:ext cx="0" cy="12590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298755E0-D427-995E-192F-265C3A3D5312}"/>
              </a:ext>
            </a:extLst>
          </p:cNvPr>
          <p:cNvGrpSpPr/>
          <p:nvPr/>
        </p:nvGrpSpPr>
        <p:grpSpPr>
          <a:xfrm>
            <a:off x="5502648" y="3691858"/>
            <a:ext cx="2604296" cy="338554"/>
            <a:chOff x="5502648" y="3691858"/>
            <a:chExt cx="2604296" cy="33855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45B6F5AC-8EF7-230B-9AB2-A013033B4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02648" y="3795013"/>
              <a:ext cx="1002084" cy="13552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04F3467C-A8CD-B3E3-6F90-154FC3512B40}"/>
                </a:ext>
              </a:extLst>
            </p:cNvPr>
            <p:cNvSpPr txBox="1"/>
            <p:nvPr/>
          </p:nvSpPr>
          <p:spPr>
            <a:xfrm>
              <a:off x="6936046" y="3691858"/>
              <a:ext cx="11708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[css styles]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B68914-DC7B-CFC2-E73C-4CE084706366}"/>
              </a:ext>
            </a:extLst>
          </p:cNvPr>
          <p:cNvCxnSpPr>
            <a:cxnSpLocks/>
          </p:cNvCxnSpPr>
          <p:nvPr/>
        </p:nvCxnSpPr>
        <p:spPr>
          <a:xfrm>
            <a:off x="6060325" y="3093585"/>
            <a:ext cx="0" cy="55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21593B3D-BFC5-8B40-C56D-FC0493956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8092" y="2218156"/>
            <a:ext cx="846401" cy="816961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1419CFC-6C7D-D6BD-7644-6E2A662E6781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8152513" y="2523286"/>
            <a:ext cx="1807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C6D9AC-BDC7-1230-CD25-E9B5EEADEFDD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931918" y="2684088"/>
            <a:ext cx="0" cy="18334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7E7ECC5C-2677-AE29-63C0-056775401E18}"/>
              </a:ext>
            </a:extLst>
          </p:cNvPr>
          <p:cNvGrpSpPr/>
          <p:nvPr/>
        </p:nvGrpSpPr>
        <p:grpSpPr>
          <a:xfrm>
            <a:off x="8787316" y="2052213"/>
            <a:ext cx="1006518" cy="770376"/>
            <a:chOff x="8787316" y="2052213"/>
            <a:chExt cx="1006518" cy="77037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0417F30-BEDF-883F-6F2A-CC87E6F95475}"/>
                </a:ext>
              </a:extLst>
            </p:cNvPr>
            <p:cNvSpPr txBox="1"/>
            <p:nvPr/>
          </p:nvSpPr>
          <p:spPr>
            <a:xfrm>
              <a:off x="8787316" y="2052213"/>
              <a:ext cx="10065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{</a:t>
              </a:r>
              <a:r>
                <a:rPr lang="en-US" sz="1200" dirty="0">
                  <a:solidFill>
                    <a:schemeClr val="accent1"/>
                  </a:solidFill>
                </a:rPr>
                <a:t>REST:API</a:t>
              </a:r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}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AC48945-BD8B-1666-6A2D-F5B6ECA2B519}"/>
                </a:ext>
              </a:extLst>
            </p:cNvPr>
            <p:cNvSpPr txBox="1"/>
            <p:nvPr/>
          </p:nvSpPr>
          <p:spPr>
            <a:xfrm>
              <a:off x="8887525" y="2545590"/>
              <a:ext cx="733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7030A0"/>
                  </a:solidFill>
                </a:rPr>
                <a:t>/publish</a:t>
              </a:r>
            </a:p>
          </p:txBody>
        </p:sp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330550D4-89F2-1C9E-DA0F-801993333FC3}"/>
              </a:ext>
            </a:extLst>
          </p:cNvPr>
          <p:cNvGrpSpPr/>
          <p:nvPr/>
        </p:nvGrpSpPr>
        <p:grpSpPr>
          <a:xfrm>
            <a:off x="5089482" y="4409461"/>
            <a:ext cx="1585433" cy="461665"/>
            <a:chOff x="5089482" y="4409461"/>
            <a:chExt cx="1585433" cy="46166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C6D9113-8F8B-3394-6FEB-BB8C9384B665}"/>
                </a:ext>
              </a:extLst>
            </p:cNvPr>
            <p:cNvSpPr txBox="1"/>
            <p:nvPr/>
          </p:nvSpPr>
          <p:spPr>
            <a:xfrm>
              <a:off x="5089482" y="4409461"/>
              <a:ext cx="10065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{</a:t>
              </a:r>
              <a:r>
                <a:rPr lang="en-US" sz="1200" dirty="0">
                  <a:solidFill>
                    <a:schemeClr val="accent1"/>
                  </a:solidFill>
                </a:rPr>
                <a:t>REST:API</a:t>
              </a:r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}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8D258E3-73E4-6BCD-DD16-F7083B142082}"/>
                </a:ext>
              </a:extLst>
            </p:cNvPr>
            <p:cNvSpPr txBox="1"/>
            <p:nvPr/>
          </p:nvSpPr>
          <p:spPr>
            <a:xfrm>
              <a:off x="6053655" y="4517560"/>
              <a:ext cx="621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7030A0"/>
                  </a:solidFill>
                </a:rPr>
                <a:t>/styles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33BB30D2-0379-B6A2-0C0A-DCE65E52F7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6037" y="3701474"/>
            <a:ext cx="767855" cy="27699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959F9C27-963F-4246-64EC-FA077F71A2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2281" y="2112713"/>
            <a:ext cx="719148" cy="719148"/>
          </a:xfrm>
          <a:prstGeom prst="rect">
            <a:avLst/>
          </a:prstGeom>
        </p:spPr>
      </p:pic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4A94EB03-8E47-9CC4-107C-033307661C8D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2031429" y="2466213"/>
            <a:ext cx="1562437" cy="6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6E36E71-753E-C2E7-8264-145EFE035822}"/>
              </a:ext>
            </a:extLst>
          </p:cNvPr>
          <p:cNvSpPr txBox="1"/>
          <p:nvPr/>
        </p:nvSpPr>
        <p:spPr>
          <a:xfrm>
            <a:off x="1420454" y="2813951"/>
            <a:ext cx="516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8A544F4A-3B04-5420-8FD0-F4235E499966}"/>
              </a:ext>
            </a:extLst>
          </p:cNvPr>
          <p:cNvCxnSpPr>
            <a:cxnSpLocks/>
          </p:cNvCxnSpPr>
          <p:nvPr/>
        </p:nvCxnSpPr>
        <p:spPr>
          <a:xfrm>
            <a:off x="4280948" y="4070959"/>
            <a:ext cx="0" cy="974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14D3328A-785B-F4BD-CA12-07D02100BDA9}"/>
              </a:ext>
            </a:extLst>
          </p:cNvPr>
          <p:cNvGrpSpPr/>
          <p:nvPr/>
        </p:nvGrpSpPr>
        <p:grpSpPr>
          <a:xfrm>
            <a:off x="2367903" y="4635086"/>
            <a:ext cx="1103263" cy="1112999"/>
            <a:chOff x="2367903" y="4635086"/>
            <a:chExt cx="1103263" cy="1112999"/>
          </a:xfrm>
        </p:grpSpPr>
        <p:pic>
          <p:nvPicPr>
            <p:cNvPr id="1025" name="Picture 1024">
              <a:extLst>
                <a:ext uri="{FF2B5EF4-FFF2-40B4-BE49-F238E27FC236}">
                  <a16:creationId xmlns:a16="http://schemas.microsoft.com/office/drawing/2014/main" id="{81417C17-D7F0-0EEE-8646-54496CF50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627389" y="4635086"/>
              <a:ext cx="670625" cy="821272"/>
            </a:xfrm>
            <a:prstGeom prst="rect">
              <a:avLst/>
            </a:prstGeom>
          </p:spPr>
        </p:pic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1236766B-B515-1B78-435B-7C6EB592AA29}"/>
                </a:ext>
              </a:extLst>
            </p:cNvPr>
            <p:cNvSpPr txBox="1"/>
            <p:nvPr/>
          </p:nvSpPr>
          <p:spPr>
            <a:xfrm>
              <a:off x="2608056" y="5471086"/>
              <a:ext cx="8631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Oracle DB</a:t>
              </a:r>
            </a:p>
          </p:txBody>
        </p:sp>
        <p:pic>
          <p:nvPicPr>
            <p:cNvPr id="1041" name="Picture 1040">
              <a:extLst>
                <a:ext uri="{FF2B5EF4-FFF2-40B4-BE49-F238E27FC236}">
                  <a16:creationId xmlns:a16="http://schemas.microsoft.com/office/drawing/2014/main" id="{16328206-2808-6BD1-948D-3F64B5FC0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2367903" y="5526494"/>
              <a:ext cx="267335" cy="166181"/>
            </a:xfrm>
            <a:prstGeom prst="rect">
              <a:avLst/>
            </a:prstGeom>
          </p:spPr>
        </p:pic>
      </p:grp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085FCAC6-183F-6AD3-BF40-395059CF576B}"/>
              </a:ext>
            </a:extLst>
          </p:cNvPr>
          <p:cNvCxnSpPr>
            <a:cxnSpLocks/>
            <a:endCxn id="1025" idx="1"/>
          </p:cNvCxnSpPr>
          <p:nvPr/>
        </p:nvCxnSpPr>
        <p:spPr>
          <a:xfrm flipH="1">
            <a:off x="3298014" y="5045722"/>
            <a:ext cx="9829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9224877B-DC8F-8535-9619-9412EC794631}"/>
              </a:ext>
            </a:extLst>
          </p:cNvPr>
          <p:cNvCxnSpPr>
            <a:cxnSpLocks/>
          </p:cNvCxnSpPr>
          <p:nvPr/>
        </p:nvCxnSpPr>
        <p:spPr>
          <a:xfrm>
            <a:off x="4317956" y="3090950"/>
            <a:ext cx="0" cy="55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79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0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0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BE0E-488D-56D2-1E6A-D0D88487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7935A793-050D-304E-0588-2505805BE063}"/>
              </a:ext>
            </a:extLst>
          </p:cNvPr>
          <p:cNvSpPr/>
          <p:nvPr/>
        </p:nvSpPr>
        <p:spPr>
          <a:xfrm>
            <a:off x="3567486" y="1177447"/>
            <a:ext cx="4985680" cy="378175"/>
          </a:xfrm>
          <a:prstGeom prst="rect">
            <a:avLst/>
          </a:prstGeom>
          <a:solidFill>
            <a:srgbClr val="05628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C3C56-0F89-701B-63BA-335FFDD89700}"/>
              </a:ext>
            </a:extLst>
          </p:cNvPr>
          <p:cNvSpPr/>
          <p:nvPr/>
        </p:nvSpPr>
        <p:spPr>
          <a:xfrm>
            <a:off x="3567486" y="1177447"/>
            <a:ext cx="4985680" cy="289351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0DB31-EDD8-698D-6656-4AFA2A151180}"/>
              </a:ext>
            </a:extLst>
          </p:cNvPr>
          <p:cNvSpPr txBox="1"/>
          <p:nvPr/>
        </p:nvSpPr>
        <p:spPr>
          <a:xfrm>
            <a:off x="5383547" y="1186290"/>
            <a:ext cx="134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Alert Studio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5440B0-41AB-78B8-11FE-A646E7CF306C}"/>
              </a:ext>
            </a:extLst>
          </p:cNvPr>
          <p:cNvSpPr/>
          <p:nvPr/>
        </p:nvSpPr>
        <p:spPr>
          <a:xfrm>
            <a:off x="3954306" y="1952352"/>
            <a:ext cx="1548342" cy="11418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7401C3-97D6-D7E8-FFCD-3F4A49E4F677}"/>
              </a:ext>
            </a:extLst>
          </p:cNvPr>
          <p:cNvSpPr txBox="1"/>
          <p:nvPr/>
        </p:nvSpPr>
        <p:spPr>
          <a:xfrm>
            <a:off x="4066037" y="1989985"/>
            <a:ext cx="1244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Email Canvas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879DA4-93C4-21E4-D7EF-904C913C3AD3}"/>
              </a:ext>
            </a:extLst>
          </p:cNvPr>
          <p:cNvGrpSpPr/>
          <p:nvPr/>
        </p:nvGrpSpPr>
        <p:grpSpPr>
          <a:xfrm>
            <a:off x="9869285" y="2052213"/>
            <a:ext cx="1010434" cy="1112999"/>
            <a:chOff x="7801144" y="4754027"/>
            <a:chExt cx="1010434" cy="111299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8BC9895-A65D-A75D-F321-902F984685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01144" y="5575299"/>
              <a:ext cx="1010434" cy="29172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EFFEF13-A32F-72C5-5C63-93EB945A8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7966552" y="4754027"/>
              <a:ext cx="670625" cy="821272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D801D98-FFDF-47FB-FE76-0A0EB29C1E00}"/>
              </a:ext>
            </a:extLst>
          </p:cNvPr>
          <p:cNvGrpSpPr/>
          <p:nvPr/>
        </p:nvGrpSpPr>
        <p:grpSpPr>
          <a:xfrm>
            <a:off x="4939246" y="5384595"/>
            <a:ext cx="2242159" cy="369332"/>
            <a:chOff x="2292263" y="4683475"/>
            <a:chExt cx="2242159" cy="3693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5115BEE-AB01-A433-8F7C-3806D227B957}"/>
                </a:ext>
              </a:extLst>
            </p:cNvPr>
            <p:cNvSpPr/>
            <p:nvPr/>
          </p:nvSpPr>
          <p:spPr>
            <a:xfrm>
              <a:off x="2292263" y="4683475"/>
              <a:ext cx="2242159" cy="369332"/>
            </a:xfrm>
            <a:prstGeom prst="rect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D25A39-3B8F-2DB4-8721-BC6B83A9ACC0}"/>
                </a:ext>
              </a:extLst>
            </p:cNvPr>
            <p:cNvSpPr txBox="1"/>
            <p:nvPr/>
          </p:nvSpPr>
          <p:spPr>
            <a:xfrm>
              <a:off x="2537621" y="4683475"/>
              <a:ext cx="1751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content-service</a:t>
              </a: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E23792A-EB7A-E979-3826-E792613893E0}"/>
              </a:ext>
            </a:extLst>
          </p:cNvPr>
          <p:cNvCxnSpPr>
            <a:cxnSpLocks/>
          </p:cNvCxnSpPr>
          <p:nvPr/>
        </p:nvCxnSpPr>
        <p:spPr>
          <a:xfrm>
            <a:off x="3567486" y="3651311"/>
            <a:ext cx="4985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7C904E6B-29AE-27EE-B794-C2D7A2FFB6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142" y="2235091"/>
            <a:ext cx="794747" cy="76710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E9432E-7088-736A-BB18-8621DE061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524" y="2235091"/>
            <a:ext cx="794747" cy="767103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B476B59-DD0C-19C8-F799-A0B0BFD0E583}"/>
              </a:ext>
            </a:extLst>
          </p:cNvPr>
          <p:cNvSpPr/>
          <p:nvPr/>
        </p:nvSpPr>
        <p:spPr>
          <a:xfrm>
            <a:off x="5361519" y="1952352"/>
            <a:ext cx="1367268" cy="115577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E62F1F-310C-7EB4-D38D-98A2C346D2FE}"/>
              </a:ext>
            </a:extLst>
          </p:cNvPr>
          <p:cNvSpPr txBox="1"/>
          <p:nvPr/>
        </p:nvSpPr>
        <p:spPr>
          <a:xfrm>
            <a:off x="5640968" y="1975269"/>
            <a:ext cx="787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Preview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ACF245B-D34F-444A-38B2-1B15AB8CBD87}"/>
              </a:ext>
            </a:extLst>
          </p:cNvPr>
          <p:cNvSpPr/>
          <p:nvPr/>
        </p:nvSpPr>
        <p:spPr>
          <a:xfrm>
            <a:off x="6604171" y="1952352"/>
            <a:ext cx="1548342" cy="114186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2FB818-CC9F-7080-F1D2-8C318722E20C}"/>
              </a:ext>
            </a:extLst>
          </p:cNvPr>
          <p:cNvSpPr txBox="1"/>
          <p:nvPr/>
        </p:nvSpPr>
        <p:spPr>
          <a:xfrm>
            <a:off x="7025417" y="1952352"/>
            <a:ext cx="7611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Publish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34E5399-862F-C803-12F1-EF88B2B5B774}"/>
              </a:ext>
            </a:extLst>
          </p:cNvPr>
          <p:cNvCxnSpPr>
            <a:stCxn id="4" idx="2"/>
          </p:cNvCxnSpPr>
          <p:nvPr/>
        </p:nvCxnSpPr>
        <p:spPr>
          <a:xfrm>
            <a:off x="6060326" y="4070959"/>
            <a:ext cx="0" cy="12590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F105A33A-8733-53FE-EE84-D4BB795AA3E8}"/>
              </a:ext>
            </a:extLst>
          </p:cNvPr>
          <p:cNvGrpSpPr/>
          <p:nvPr/>
        </p:nvGrpSpPr>
        <p:grpSpPr>
          <a:xfrm>
            <a:off x="5502648" y="3691858"/>
            <a:ext cx="2604296" cy="338554"/>
            <a:chOff x="5502648" y="3691858"/>
            <a:chExt cx="2604296" cy="33855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195A3AC-7A95-3A46-5E20-4693D7A7CD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02648" y="3795013"/>
              <a:ext cx="1002084" cy="135520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6E85D91-6AC2-F99B-1C2A-D40E49617D68}"/>
                </a:ext>
              </a:extLst>
            </p:cNvPr>
            <p:cNvSpPr txBox="1"/>
            <p:nvPr/>
          </p:nvSpPr>
          <p:spPr>
            <a:xfrm>
              <a:off x="6936046" y="3691858"/>
              <a:ext cx="117089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</a:rPr>
                <a:t>[css styles]</a:t>
              </a:r>
            </a:p>
          </p:txBody>
        </p:sp>
      </p:grp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381359-49C8-ABFF-ACD8-EDB8321E2E25}"/>
              </a:ext>
            </a:extLst>
          </p:cNvPr>
          <p:cNvCxnSpPr>
            <a:cxnSpLocks/>
          </p:cNvCxnSpPr>
          <p:nvPr/>
        </p:nvCxnSpPr>
        <p:spPr>
          <a:xfrm>
            <a:off x="6060325" y="3093585"/>
            <a:ext cx="0" cy="55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B0A234A1-FADE-BC91-42AA-AE542B4B6D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8092" y="2218156"/>
            <a:ext cx="846401" cy="816961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2659080-7F33-3E1F-EA38-8A8859619BCA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8152513" y="2523286"/>
            <a:ext cx="18078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5" name="Group 1054">
            <a:extLst>
              <a:ext uri="{FF2B5EF4-FFF2-40B4-BE49-F238E27FC236}">
                <a16:creationId xmlns:a16="http://schemas.microsoft.com/office/drawing/2014/main" id="{F73121E1-89E0-1CB2-B8D7-CABE8C6AD153}"/>
              </a:ext>
            </a:extLst>
          </p:cNvPr>
          <p:cNvGrpSpPr/>
          <p:nvPr/>
        </p:nvGrpSpPr>
        <p:grpSpPr>
          <a:xfrm>
            <a:off x="8787316" y="2052213"/>
            <a:ext cx="1006518" cy="770376"/>
            <a:chOff x="8787316" y="2052213"/>
            <a:chExt cx="1006518" cy="770376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309D411-CC0D-DF26-49F9-8EEEE0BAD411}"/>
                </a:ext>
              </a:extLst>
            </p:cNvPr>
            <p:cNvSpPr txBox="1"/>
            <p:nvPr/>
          </p:nvSpPr>
          <p:spPr>
            <a:xfrm>
              <a:off x="8787316" y="2052213"/>
              <a:ext cx="10065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{</a:t>
              </a:r>
              <a:r>
                <a:rPr lang="en-US" sz="1200" dirty="0">
                  <a:solidFill>
                    <a:schemeClr val="accent1"/>
                  </a:solidFill>
                </a:rPr>
                <a:t>REST:API</a:t>
              </a:r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}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23279817-111C-1D93-3D9F-1C6E68305071}"/>
                </a:ext>
              </a:extLst>
            </p:cNvPr>
            <p:cNvSpPr txBox="1"/>
            <p:nvPr/>
          </p:nvSpPr>
          <p:spPr>
            <a:xfrm>
              <a:off x="8887525" y="2545590"/>
              <a:ext cx="7330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7030A0"/>
                  </a:solidFill>
                </a:rPr>
                <a:t>/publish</a:t>
              </a:r>
            </a:p>
          </p:txBody>
        </p:sp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13C363C9-5A22-E951-16B7-581A7DD509E8}"/>
              </a:ext>
            </a:extLst>
          </p:cNvPr>
          <p:cNvGrpSpPr/>
          <p:nvPr/>
        </p:nvGrpSpPr>
        <p:grpSpPr>
          <a:xfrm>
            <a:off x="5089482" y="4409461"/>
            <a:ext cx="1585433" cy="461665"/>
            <a:chOff x="5089482" y="4409461"/>
            <a:chExt cx="1585433" cy="46166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97DB413-56E0-B276-229E-EC93BFF5C400}"/>
                </a:ext>
              </a:extLst>
            </p:cNvPr>
            <p:cNvSpPr txBox="1"/>
            <p:nvPr/>
          </p:nvSpPr>
          <p:spPr>
            <a:xfrm>
              <a:off x="5089482" y="4409461"/>
              <a:ext cx="10065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{</a:t>
              </a:r>
              <a:r>
                <a:rPr lang="en-US" sz="1200" dirty="0">
                  <a:solidFill>
                    <a:schemeClr val="accent1"/>
                  </a:solidFill>
                </a:rPr>
                <a:t>REST:API</a:t>
              </a:r>
              <a:r>
                <a:rPr lang="en-US" sz="2400" dirty="0">
                  <a:solidFill>
                    <a:schemeClr val="accent2">
                      <a:lumMod val="75000"/>
                    </a:schemeClr>
                  </a:solidFill>
                </a:rPr>
                <a:t>}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58779F1-373D-2B70-3AD8-F97A89930548}"/>
                </a:ext>
              </a:extLst>
            </p:cNvPr>
            <p:cNvSpPr txBox="1"/>
            <p:nvPr/>
          </p:nvSpPr>
          <p:spPr>
            <a:xfrm>
              <a:off x="6053655" y="4517560"/>
              <a:ext cx="6212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solidFill>
                    <a:srgbClr val="7030A0"/>
                  </a:solidFill>
                </a:rPr>
                <a:t>/styles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A392A134-6687-77F3-7A1B-24DF587FC9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66037" y="3701474"/>
            <a:ext cx="767855" cy="27699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F22A351-C902-779E-F7B8-D8BA19C0E59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2281" y="2112713"/>
            <a:ext cx="719148" cy="719148"/>
          </a:xfrm>
          <a:prstGeom prst="rect">
            <a:avLst/>
          </a:prstGeom>
        </p:spPr>
      </p:pic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33D7E557-F63D-17C8-70C6-0DB5FE50684A}"/>
              </a:ext>
            </a:extLst>
          </p:cNvPr>
          <p:cNvCxnSpPr>
            <a:cxnSpLocks/>
            <a:stCxn id="62" idx="3"/>
          </p:cNvCxnSpPr>
          <p:nvPr/>
        </p:nvCxnSpPr>
        <p:spPr>
          <a:xfrm flipV="1">
            <a:off x="2031429" y="2466213"/>
            <a:ext cx="1562437" cy="60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TextBox 1034">
            <a:extLst>
              <a:ext uri="{FF2B5EF4-FFF2-40B4-BE49-F238E27FC236}">
                <a16:creationId xmlns:a16="http://schemas.microsoft.com/office/drawing/2014/main" id="{7DB58D62-B6A5-0DEE-56EB-513F41535503}"/>
              </a:ext>
            </a:extLst>
          </p:cNvPr>
          <p:cNvSpPr txBox="1"/>
          <p:nvPr/>
        </p:nvSpPr>
        <p:spPr>
          <a:xfrm>
            <a:off x="1420454" y="2813951"/>
            <a:ext cx="5166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User</a:t>
            </a:r>
          </a:p>
        </p:txBody>
      </p:sp>
      <p:cxnSp>
        <p:nvCxnSpPr>
          <p:cNvPr id="1037" name="Straight Connector 1036">
            <a:extLst>
              <a:ext uri="{FF2B5EF4-FFF2-40B4-BE49-F238E27FC236}">
                <a16:creationId xmlns:a16="http://schemas.microsoft.com/office/drawing/2014/main" id="{4A4FF395-DC94-5064-0A36-1C9C83E0BFF2}"/>
              </a:ext>
            </a:extLst>
          </p:cNvPr>
          <p:cNvCxnSpPr>
            <a:cxnSpLocks/>
          </p:cNvCxnSpPr>
          <p:nvPr/>
        </p:nvCxnSpPr>
        <p:spPr>
          <a:xfrm>
            <a:off x="4280948" y="4070959"/>
            <a:ext cx="0" cy="9747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5066B25A-657B-843C-F3AF-FEDE2273B158}"/>
              </a:ext>
            </a:extLst>
          </p:cNvPr>
          <p:cNvGrpSpPr/>
          <p:nvPr/>
        </p:nvGrpSpPr>
        <p:grpSpPr>
          <a:xfrm>
            <a:off x="2367903" y="4635086"/>
            <a:ext cx="1103263" cy="1112999"/>
            <a:chOff x="2367903" y="4635086"/>
            <a:chExt cx="1103263" cy="1112999"/>
          </a:xfrm>
        </p:grpSpPr>
        <p:pic>
          <p:nvPicPr>
            <p:cNvPr id="1025" name="Picture 1024">
              <a:extLst>
                <a:ext uri="{FF2B5EF4-FFF2-40B4-BE49-F238E27FC236}">
                  <a16:creationId xmlns:a16="http://schemas.microsoft.com/office/drawing/2014/main" id="{EC0EE0C5-E14F-207C-3EC6-9BC6475809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2627389" y="4635086"/>
              <a:ext cx="670625" cy="821272"/>
            </a:xfrm>
            <a:prstGeom prst="rect">
              <a:avLst/>
            </a:prstGeom>
          </p:spPr>
        </p:pic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7986F7E3-4839-8E1D-D9CA-99AD910BC984}"/>
                </a:ext>
              </a:extLst>
            </p:cNvPr>
            <p:cNvSpPr txBox="1"/>
            <p:nvPr/>
          </p:nvSpPr>
          <p:spPr>
            <a:xfrm>
              <a:off x="2608056" y="5471086"/>
              <a:ext cx="8631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Oracle DB</a:t>
              </a:r>
            </a:p>
          </p:txBody>
        </p:sp>
        <p:pic>
          <p:nvPicPr>
            <p:cNvPr id="1041" name="Picture 1040">
              <a:extLst>
                <a:ext uri="{FF2B5EF4-FFF2-40B4-BE49-F238E27FC236}">
                  <a16:creationId xmlns:a16="http://schemas.microsoft.com/office/drawing/2014/main" id="{4E37CBEB-6FB1-D093-95C8-80752B939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flipH="1">
              <a:off x="2367903" y="5526494"/>
              <a:ext cx="267335" cy="166181"/>
            </a:xfrm>
            <a:prstGeom prst="rect">
              <a:avLst/>
            </a:prstGeom>
          </p:spPr>
        </p:pic>
      </p:grpSp>
      <p:cxnSp>
        <p:nvCxnSpPr>
          <p:cNvPr id="1043" name="Straight Arrow Connector 1042">
            <a:extLst>
              <a:ext uri="{FF2B5EF4-FFF2-40B4-BE49-F238E27FC236}">
                <a16:creationId xmlns:a16="http://schemas.microsoft.com/office/drawing/2014/main" id="{DF93EEF5-F08E-22E8-1AC3-B2DBC2221454}"/>
              </a:ext>
            </a:extLst>
          </p:cNvPr>
          <p:cNvCxnSpPr>
            <a:cxnSpLocks/>
            <a:endCxn id="1025" idx="1"/>
          </p:cNvCxnSpPr>
          <p:nvPr/>
        </p:nvCxnSpPr>
        <p:spPr>
          <a:xfrm flipH="1">
            <a:off x="3298014" y="5045722"/>
            <a:ext cx="9829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213799EE-3F9F-89F2-A566-A1DF6E701E51}"/>
              </a:ext>
            </a:extLst>
          </p:cNvPr>
          <p:cNvCxnSpPr>
            <a:cxnSpLocks/>
          </p:cNvCxnSpPr>
          <p:nvPr/>
        </p:nvCxnSpPr>
        <p:spPr>
          <a:xfrm>
            <a:off x="4317956" y="3090950"/>
            <a:ext cx="0" cy="5577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331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 tmFilter="0, 0; .2, .5; .8, .5; 1, 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10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0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556775" y="3110609"/>
            <a:ext cx="950400" cy="950400"/>
          </a:xfrm>
          <a:custGeom>
            <a:avLst/>
            <a:gdLst/>
            <a:ahLst/>
            <a:cxnLst/>
            <a:rect l="0" t="0" r="0" b="0"/>
            <a:pathLst>
              <a:path w="342900" h="343183">
                <a:moveTo>
                  <a:pt x="342900" y="21431"/>
                </a:moveTo>
                <a:lnTo>
                  <a:pt x="342900" y="250031"/>
                </a:lnTo>
                <a:cubicBezTo>
                  <a:pt x="342900" y="261867"/>
                  <a:pt x="333304" y="271462"/>
                  <a:pt x="321468" y="271462"/>
                </a:cubicBezTo>
                <a:lnTo>
                  <a:pt x="21431" y="271462"/>
                </a:lnTo>
                <a:cubicBezTo>
                  <a:pt x="9595" y="271462"/>
                  <a:pt x="0" y="261867"/>
                  <a:pt x="0" y="250031"/>
                </a:cubicBezTo>
                <a:lnTo>
                  <a:pt x="0" y="21431"/>
                </a:lnTo>
                <a:cubicBezTo>
                  <a:pt x="0" y="9595"/>
                  <a:pt x="9595" y="0"/>
                  <a:pt x="21431" y="0"/>
                </a:cubicBezTo>
                <a:lnTo>
                  <a:pt x="321468" y="0"/>
                </a:lnTo>
                <a:cubicBezTo>
                  <a:pt x="333304" y="0"/>
                  <a:pt x="342900" y="9595"/>
                  <a:pt x="342900" y="21431"/>
                </a:cubicBezTo>
                <a:close/>
                <a:moveTo>
                  <a:pt x="314325" y="35718"/>
                </a:moveTo>
                <a:cubicBezTo>
                  <a:pt x="314325" y="31773"/>
                  <a:pt x="311126" y="28575"/>
                  <a:pt x="307181" y="28575"/>
                </a:cubicBezTo>
                <a:lnTo>
                  <a:pt x="35718" y="28575"/>
                </a:lnTo>
                <a:cubicBezTo>
                  <a:pt x="31773" y="28575"/>
                  <a:pt x="28575" y="31773"/>
                  <a:pt x="28575" y="35718"/>
                </a:cubicBezTo>
                <a:lnTo>
                  <a:pt x="28575" y="207168"/>
                </a:lnTo>
                <a:cubicBezTo>
                  <a:pt x="28575" y="211114"/>
                  <a:pt x="31773" y="214312"/>
                  <a:pt x="35718" y="214312"/>
                </a:cubicBezTo>
                <a:lnTo>
                  <a:pt x="307181" y="214312"/>
                </a:lnTo>
                <a:cubicBezTo>
                  <a:pt x="311126" y="214312"/>
                  <a:pt x="314325" y="211114"/>
                  <a:pt x="314325" y="207168"/>
                </a:cubicBezTo>
                <a:close/>
                <a:moveTo>
                  <a:pt x="234457" y="331612"/>
                </a:moveTo>
                <a:cubicBezTo>
                  <a:pt x="235907" y="333816"/>
                  <a:pt x="236052" y="336632"/>
                  <a:pt x="234837" y="338973"/>
                </a:cubicBezTo>
                <a:cubicBezTo>
                  <a:pt x="233622" y="341314"/>
                  <a:pt x="231236" y="342816"/>
                  <a:pt x="228600" y="342900"/>
                </a:cubicBezTo>
                <a:lnTo>
                  <a:pt x="114300" y="342900"/>
                </a:lnTo>
                <a:cubicBezTo>
                  <a:pt x="111430" y="343183"/>
                  <a:pt x="108689" y="341642"/>
                  <a:pt x="107442" y="339042"/>
                </a:cubicBezTo>
                <a:cubicBezTo>
                  <a:pt x="106019" y="336770"/>
                  <a:pt x="106019" y="333885"/>
                  <a:pt x="107442" y="331612"/>
                </a:cubicBezTo>
                <a:lnTo>
                  <a:pt x="137445" y="295465"/>
                </a:lnTo>
                <a:cubicBezTo>
                  <a:pt x="138823" y="293896"/>
                  <a:pt x="140788" y="292965"/>
                  <a:pt x="142875" y="292893"/>
                </a:cubicBezTo>
                <a:lnTo>
                  <a:pt x="200025" y="292893"/>
                </a:lnTo>
                <a:cubicBezTo>
                  <a:pt x="201968" y="293047"/>
                  <a:pt x="203769" y="293973"/>
                  <a:pt x="205025" y="295465"/>
                </a:cubicBezTo>
                <a:close/>
                <a:moveTo>
                  <a:pt x="257175" y="107299"/>
                </a:moveTo>
                <a:lnTo>
                  <a:pt x="257175" y="161448"/>
                </a:lnTo>
                <a:cubicBezTo>
                  <a:pt x="257096" y="170940"/>
                  <a:pt x="249379" y="178594"/>
                  <a:pt x="239887" y="178593"/>
                </a:cubicBezTo>
                <a:lnTo>
                  <a:pt x="110156" y="178593"/>
                </a:lnTo>
                <a:cubicBezTo>
                  <a:pt x="100664" y="178594"/>
                  <a:pt x="92947" y="170940"/>
                  <a:pt x="92868" y="161448"/>
                </a:cubicBezTo>
                <a:lnTo>
                  <a:pt x="92868" y="107299"/>
                </a:lnTo>
                <a:cubicBezTo>
                  <a:pt x="92852" y="106240"/>
                  <a:pt x="93423" y="105260"/>
                  <a:pt x="94351" y="104751"/>
                </a:cubicBezTo>
                <a:cubicBezTo>
                  <a:pt x="95280" y="104242"/>
                  <a:pt x="96413" y="104287"/>
                  <a:pt x="97297" y="104870"/>
                </a:cubicBezTo>
                <a:lnTo>
                  <a:pt x="161305" y="140017"/>
                </a:lnTo>
                <a:cubicBezTo>
                  <a:pt x="169725" y="145166"/>
                  <a:pt x="180318" y="145166"/>
                  <a:pt x="188737" y="140017"/>
                </a:cubicBezTo>
                <a:lnTo>
                  <a:pt x="252745" y="104727"/>
                </a:lnTo>
                <a:cubicBezTo>
                  <a:pt x="253681" y="104219"/>
                  <a:pt x="254810" y="104219"/>
                  <a:pt x="255746" y="104727"/>
                </a:cubicBezTo>
                <a:cubicBezTo>
                  <a:pt x="256619" y="105295"/>
                  <a:pt x="257154" y="106258"/>
                  <a:pt x="257175" y="107299"/>
                </a:cubicBezTo>
                <a:close/>
                <a:moveTo>
                  <a:pt x="256317" y="81438"/>
                </a:moveTo>
                <a:lnTo>
                  <a:pt x="179165" y="124301"/>
                </a:lnTo>
                <a:cubicBezTo>
                  <a:pt x="176361" y="126028"/>
                  <a:pt x="172824" y="126028"/>
                  <a:pt x="170021" y="124301"/>
                </a:cubicBezTo>
                <a:lnTo>
                  <a:pt x="92868" y="81438"/>
                </a:lnTo>
                <a:cubicBezTo>
                  <a:pt x="92947" y="71946"/>
                  <a:pt x="100664" y="64293"/>
                  <a:pt x="110156" y="64293"/>
                </a:cubicBezTo>
                <a:lnTo>
                  <a:pt x="239887" y="64293"/>
                </a:lnTo>
                <a:cubicBezTo>
                  <a:pt x="249043" y="64748"/>
                  <a:pt x="256253" y="72271"/>
                  <a:pt x="256317" y="81438"/>
                </a:cubicBezTo>
                <a:close/>
              </a:path>
            </a:pathLst>
          </a:custGeom>
          <a:solidFill>
            <a:srgbClr val="92BD39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70523" y="3050509"/>
            <a:ext cx="950400" cy="950400"/>
          </a:xfrm>
          <a:custGeom>
            <a:avLst/>
            <a:gdLst/>
            <a:ahLst/>
            <a:cxnLst/>
            <a:rect l="0" t="0" r="0" b="0"/>
            <a:pathLst>
              <a:path w="342900" h="342900">
                <a:moveTo>
                  <a:pt x="342900" y="21431"/>
                </a:moveTo>
                <a:lnTo>
                  <a:pt x="342900" y="321468"/>
                </a:lnTo>
                <a:cubicBezTo>
                  <a:pt x="342900" y="333304"/>
                  <a:pt x="333304" y="342900"/>
                  <a:pt x="321468" y="342900"/>
                </a:cubicBezTo>
                <a:lnTo>
                  <a:pt x="21431" y="342900"/>
                </a:lnTo>
                <a:cubicBezTo>
                  <a:pt x="9595" y="342900"/>
                  <a:pt x="0" y="333304"/>
                  <a:pt x="0" y="321468"/>
                </a:cubicBezTo>
                <a:lnTo>
                  <a:pt x="0" y="21431"/>
                </a:lnTo>
                <a:cubicBezTo>
                  <a:pt x="0" y="9595"/>
                  <a:pt x="9595" y="0"/>
                  <a:pt x="21431" y="0"/>
                </a:cubicBezTo>
                <a:lnTo>
                  <a:pt x="321468" y="0"/>
                </a:lnTo>
                <a:cubicBezTo>
                  <a:pt x="333304" y="0"/>
                  <a:pt x="342900" y="9595"/>
                  <a:pt x="342900" y="21431"/>
                </a:cubicBezTo>
                <a:close/>
                <a:moveTo>
                  <a:pt x="63153" y="246427"/>
                </a:moveTo>
                <a:cubicBezTo>
                  <a:pt x="53933" y="231107"/>
                  <a:pt x="53933" y="211947"/>
                  <a:pt x="63153" y="196627"/>
                </a:cubicBezTo>
                <a:cubicBezTo>
                  <a:pt x="72372" y="181307"/>
                  <a:pt x="89302" y="172335"/>
                  <a:pt x="107156" y="173307"/>
                </a:cubicBezTo>
                <a:cubicBezTo>
                  <a:pt x="111653" y="172737"/>
                  <a:pt x="115025" y="168911"/>
                  <a:pt x="115025" y="164377"/>
                </a:cubicBezTo>
                <a:cubicBezTo>
                  <a:pt x="115025" y="159844"/>
                  <a:pt x="111653" y="156018"/>
                  <a:pt x="107156" y="155447"/>
                </a:cubicBezTo>
                <a:cubicBezTo>
                  <a:pt x="71855" y="157089"/>
                  <a:pt x="44078" y="186188"/>
                  <a:pt x="44078" y="221527"/>
                </a:cubicBezTo>
                <a:cubicBezTo>
                  <a:pt x="44078" y="256866"/>
                  <a:pt x="71855" y="285965"/>
                  <a:pt x="107156" y="287607"/>
                </a:cubicBezTo>
                <a:cubicBezTo>
                  <a:pt x="111653" y="287037"/>
                  <a:pt x="115025" y="283211"/>
                  <a:pt x="115025" y="278677"/>
                </a:cubicBezTo>
                <a:cubicBezTo>
                  <a:pt x="115025" y="274144"/>
                  <a:pt x="111653" y="270318"/>
                  <a:pt x="107156" y="269747"/>
                </a:cubicBezTo>
                <a:cubicBezTo>
                  <a:pt x="89302" y="270720"/>
                  <a:pt x="72372" y="261748"/>
                  <a:pt x="63153" y="246427"/>
                </a:cubicBezTo>
                <a:close/>
                <a:moveTo>
                  <a:pt x="144876" y="186714"/>
                </a:moveTo>
                <a:cubicBezTo>
                  <a:pt x="146768" y="178735"/>
                  <a:pt x="153964" y="173154"/>
                  <a:pt x="162163" y="173307"/>
                </a:cubicBezTo>
                <a:lnTo>
                  <a:pt x="192881" y="173307"/>
                </a:lnTo>
                <a:cubicBezTo>
                  <a:pt x="197378" y="172737"/>
                  <a:pt x="200750" y="168911"/>
                  <a:pt x="200750" y="164377"/>
                </a:cubicBezTo>
                <a:cubicBezTo>
                  <a:pt x="200750" y="159844"/>
                  <a:pt x="197378" y="156018"/>
                  <a:pt x="192881" y="155448"/>
                </a:cubicBezTo>
                <a:lnTo>
                  <a:pt x="162163" y="155448"/>
                </a:lnTo>
                <a:cubicBezTo>
                  <a:pt x="145845" y="155612"/>
                  <a:pt x="131750" y="166900"/>
                  <a:pt x="128024" y="182788"/>
                </a:cubicBezTo>
                <a:cubicBezTo>
                  <a:pt x="124297" y="198675"/>
                  <a:pt x="131904" y="215053"/>
                  <a:pt x="146446" y="222456"/>
                </a:cubicBezTo>
                <a:lnTo>
                  <a:pt x="174307" y="236743"/>
                </a:lnTo>
                <a:cubicBezTo>
                  <a:pt x="181594" y="240390"/>
                  <a:pt x="185419" y="248567"/>
                  <a:pt x="183547" y="256497"/>
                </a:cubicBezTo>
                <a:cubicBezTo>
                  <a:pt x="181675" y="264428"/>
                  <a:pt x="174597" y="270031"/>
                  <a:pt x="166449" y="270033"/>
                </a:cubicBezTo>
                <a:lnTo>
                  <a:pt x="135731" y="270033"/>
                </a:lnTo>
                <a:cubicBezTo>
                  <a:pt x="131233" y="270603"/>
                  <a:pt x="127861" y="274430"/>
                  <a:pt x="127861" y="278963"/>
                </a:cubicBezTo>
                <a:cubicBezTo>
                  <a:pt x="127861" y="283497"/>
                  <a:pt x="131233" y="287323"/>
                  <a:pt x="135731" y="287893"/>
                </a:cubicBezTo>
                <a:lnTo>
                  <a:pt x="166449" y="287893"/>
                </a:lnTo>
                <a:cubicBezTo>
                  <a:pt x="185962" y="287814"/>
                  <a:pt x="201739" y="271973"/>
                  <a:pt x="201739" y="252460"/>
                </a:cubicBezTo>
                <a:cubicBezTo>
                  <a:pt x="201853" y="239003"/>
                  <a:pt x="194244" y="226673"/>
                  <a:pt x="182165" y="220741"/>
                </a:cubicBezTo>
                <a:lnTo>
                  <a:pt x="154304" y="206454"/>
                </a:lnTo>
                <a:cubicBezTo>
                  <a:pt x="146910" y="202911"/>
                  <a:pt x="142985" y="194693"/>
                  <a:pt x="144876" y="186714"/>
                </a:cubicBezTo>
                <a:close/>
                <a:moveTo>
                  <a:pt x="230601" y="186714"/>
                </a:moveTo>
                <a:cubicBezTo>
                  <a:pt x="232493" y="178735"/>
                  <a:pt x="239689" y="173154"/>
                  <a:pt x="247888" y="173307"/>
                </a:cubicBezTo>
                <a:lnTo>
                  <a:pt x="278606" y="173307"/>
                </a:lnTo>
                <a:cubicBezTo>
                  <a:pt x="283103" y="172737"/>
                  <a:pt x="286475" y="168911"/>
                  <a:pt x="286475" y="164377"/>
                </a:cubicBezTo>
                <a:cubicBezTo>
                  <a:pt x="286475" y="159844"/>
                  <a:pt x="283103" y="156018"/>
                  <a:pt x="278606" y="155448"/>
                </a:cubicBezTo>
                <a:lnTo>
                  <a:pt x="247888" y="155448"/>
                </a:lnTo>
                <a:cubicBezTo>
                  <a:pt x="231570" y="155612"/>
                  <a:pt x="217475" y="166900"/>
                  <a:pt x="213749" y="182788"/>
                </a:cubicBezTo>
                <a:cubicBezTo>
                  <a:pt x="210023" y="198675"/>
                  <a:pt x="217629" y="215053"/>
                  <a:pt x="232171" y="222456"/>
                </a:cubicBezTo>
                <a:lnTo>
                  <a:pt x="260032" y="236743"/>
                </a:lnTo>
                <a:cubicBezTo>
                  <a:pt x="267319" y="240390"/>
                  <a:pt x="271144" y="248567"/>
                  <a:pt x="269272" y="256497"/>
                </a:cubicBezTo>
                <a:cubicBezTo>
                  <a:pt x="267400" y="264428"/>
                  <a:pt x="260322" y="270031"/>
                  <a:pt x="252174" y="270033"/>
                </a:cubicBezTo>
                <a:lnTo>
                  <a:pt x="221456" y="270033"/>
                </a:lnTo>
                <a:cubicBezTo>
                  <a:pt x="216958" y="270603"/>
                  <a:pt x="213586" y="274430"/>
                  <a:pt x="213586" y="278963"/>
                </a:cubicBezTo>
                <a:cubicBezTo>
                  <a:pt x="213586" y="283497"/>
                  <a:pt x="216958" y="287323"/>
                  <a:pt x="221456" y="287893"/>
                </a:cubicBezTo>
                <a:lnTo>
                  <a:pt x="252174" y="287893"/>
                </a:lnTo>
                <a:cubicBezTo>
                  <a:pt x="271687" y="287814"/>
                  <a:pt x="287464" y="271973"/>
                  <a:pt x="287464" y="252460"/>
                </a:cubicBezTo>
                <a:cubicBezTo>
                  <a:pt x="287578" y="239003"/>
                  <a:pt x="279969" y="226673"/>
                  <a:pt x="267890" y="220741"/>
                </a:cubicBezTo>
                <a:lnTo>
                  <a:pt x="240030" y="206454"/>
                </a:lnTo>
                <a:cubicBezTo>
                  <a:pt x="232635" y="202911"/>
                  <a:pt x="228710" y="194693"/>
                  <a:pt x="230601" y="186714"/>
                </a:cubicBezTo>
                <a:close/>
              </a:path>
            </a:pathLst>
          </a:custGeom>
          <a:solidFill>
            <a:srgbClr val="E0CB15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651180" y="4910834"/>
            <a:ext cx="950400" cy="950400"/>
          </a:xfrm>
          <a:custGeom>
            <a:avLst/>
            <a:gdLst/>
            <a:ahLst/>
            <a:cxnLst/>
            <a:rect l="0" t="0" r="0" b="0"/>
            <a:pathLst>
              <a:path w="343471" h="328612">
                <a:moveTo>
                  <a:pt x="135731" y="300037"/>
                </a:moveTo>
                <a:cubicBezTo>
                  <a:pt x="135731" y="303982"/>
                  <a:pt x="132532" y="307181"/>
                  <a:pt x="128587" y="307181"/>
                </a:cubicBezTo>
                <a:lnTo>
                  <a:pt x="71437" y="307181"/>
                </a:lnTo>
                <a:cubicBezTo>
                  <a:pt x="65519" y="307181"/>
                  <a:pt x="60721" y="302383"/>
                  <a:pt x="60721" y="296465"/>
                </a:cubicBezTo>
                <a:cubicBezTo>
                  <a:pt x="60721" y="290547"/>
                  <a:pt x="65519" y="285750"/>
                  <a:pt x="71437" y="285750"/>
                </a:cubicBezTo>
                <a:lnTo>
                  <a:pt x="114300" y="285750"/>
                </a:lnTo>
                <a:cubicBezTo>
                  <a:pt x="116272" y="285750"/>
                  <a:pt x="117871" y="284150"/>
                  <a:pt x="117871" y="282178"/>
                </a:cubicBezTo>
                <a:lnTo>
                  <a:pt x="117871" y="246459"/>
                </a:lnTo>
                <a:cubicBezTo>
                  <a:pt x="117871" y="244486"/>
                  <a:pt x="116272" y="242887"/>
                  <a:pt x="114300" y="242887"/>
                </a:cubicBezTo>
                <a:lnTo>
                  <a:pt x="35718" y="242887"/>
                </a:lnTo>
                <a:cubicBezTo>
                  <a:pt x="15991" y="242887"/>
                  <a:pt x="0" y="226895"/>
                  <a:pt x="0" y="207168"/>
                </a:cubicBezTo>
                <a:cubicBezTo>
                  <a:pt x="0" y="187441"/>
                  <a:pt x="15991" y="171450"/>
                  <a:pt x="35718" y="171450"/>
                </a:cubicBezTo>
                <a:lnTo>
                  <a:pt x="129444" y="171450"/>
                </a:lnTo>
                <a:cubicBezTo>
                  <a:pt x="131668" y="171415"/>
                  <a:pt x="133781" y="172419"/>
                  <a:pt x="135159" y="174164"/>
                </a:cubicBezTo>
                <a:cubicBezTo>
                  <a:pt x="136298" y="176049"/>
                  <a:pt x="136752" y="178270"/>
                  <a:pt x="136445" y="180451"/>
                </a:cubicBezTo>
                <a:cubicBezTo>
                  <a:pt x="136159" y="192881"/>
                  <a:pt x="135731" y="300037"/>
                  <a:pt x="135731" y="300037"/>
                </a:cubicBezTo>
                <a:close/>
                <a:moveTo>
                  <a:pt x="60721" y="225028"/>
                </a:moveTo>
                <a:cubicBezTo>
                  <a:pt x="70585" y="225028"/>
                  <a:pt x="78581" y="217032"/>
                  <a:pt x="78581" y="207168"/>
                </a:cubicBezTo>
                <a:cubicBezTo>
                  <a:pt x="78581" y="197305"/>
                  <a:pt x="70585" y="189309"/>
                  <a:pt x="60721" y="189309"/>
                </a:cubicBezTo>
                <a:cubicBezTo>
                  <a:pt x="50858" y="189309"/>
                  <a:pt x="42862" y="197305"/>
                  <a:pt x="42862" y="207168"/>
                </a:cubicBezTo>
                <a:cubicBezTo>
                  <a:pt x="42862" y="217032"/>
                  <a:pt x="50858" y="225028"/>
                  <a:pt x="60721" y="225028"/>
                </a:cubicBezTo>
                <a:close/>
                <a:moveTo>
                  <a:pt x="132159" y="207168"/>
                </a:moveTo>
                <a:cubicBezTo>
                  <a:pt x="132159" y="197305"/>
                  <a:pt x="124163" y="189309"/>
                  <a:pt x="114300" y="189309"/>
                </a:cubicBezTo>
                <a:cubicBezTo>
                  <a:pt x="104436" y="189309"/>
                  <a:pt x="96440" y="197305"/>
                  <a:pt x="96440" y="207168"/>
                </a:cubicBezTo>
                <a:cubicBezTo>
                  <a:pt x="96440" y="217032"/>
                  <a:pt x="104436" y="225028"/>
                  <a:pt x="114300" y="225028"/>
                </a:cubicBezTo>
                <a:cubicBezTo>
                  <a:pt x="124163" y="225028"/>
                  <a:pt x="132159" y="217032"/>
                  <a:pt x="132159" y="207168"/>
                </a:cubicBezTo>
                <a:close/>
                <a:moveTo>
                  <a:pt x="39290" y="296465"/>
                </a:moveTo>
                <a:cubicBezTo>
                  <a:pt x="39290" y="302383"/>
                  <a:pt x="34493" y="307181"/>
                  <a:pt x="28575" y="307181"/>
                </a:cubicBezTo>
                <a:lnTo>
                  <a:pt x="14287" y="307181"/>
                </a:lnTo>
                <a:cubicBezTo>
                  <a:pt x="8369" y="307181"/>
                  <a:pt x="3571" y="302383"/>
                  <a:pt x="3571" y="296465"/>
                </a:cubicBezTo>
                <a:cubicBezTo>
                  <a:pt x="3571" y="290547"/>
                  <a:pt x="8369" y="285750"/>
                  <a:pt x="14287" y="285750"/>
                </a:cubicBezTo>
                <a:lnTo>
                  <a:pt x="28575" y="285750"/>
                </a:lnTo>
                <a:cubicBezTo>
                  <a:pt x="34493" y="285750"/>
                  <a:pt x="39290" y="290547"/>
                  <a:pt x="39290" y="296465"/>
                </a:cubicBezTo>
                <a:close/>
                <a:moveTo>
                  <a:pt x="0" y="35718"/>
                </a:moveTo>
                <a:cubicBezTo>
                  <a:pt x="0" y="15991"/>
                  <a:pt x="15991" y="0"/>
                  <a:pt x="35718" y="0"/>
                </a:cubicBezTo>
                <a:lnTo>
                  <a:pt x="221456" y="0"/>
                </a:lnTo>
                <a:cubicBezTo>
                  <a:pt x="241183" y="0"/>
                  <a:pt x="257175" y="15991"/>
                  <a:pt x="257175" y="35718"/>
                </a:cubicBezTo>
                <a:cubicBezTo>
                  <a:pt x="257175" y="55445"/>
                  <a:pt x="241183" y="71437"/>
                  <a:pt x="221456" y="71437"/>
                </a:cubicBezTo>
                <a:lnTo>
                  <a:pt x="35718" y="71437"/>
                </a:lnTo>
                <a:cubicBezTo>
                  <a:pt x="15991" y="71437"/>
                  <a:pt x="0" y="55445"/>
                  <a:pt x="0" y="35718"/>
                </a:cubicBezTo>
                <a:close/>
                <a:moveTo>
                  <a:pt x="60721" y="53578"/>
                </a:moveTo>
                <a:cubicBezTo>
                  <a:pt x="70585" y="53578"/>
                  <a:pt x="78581" y="45582"/>
                  <a:pt x="78581" y="35718"/>
                </a:cubicBezTo>
                <a:cubicBezTo>
                  <a:pt x="78581" y="25855"/>
                  <a:pt x="70585" y="17859"/>
                  <a:pt x="60721" y="17859"/>
                </a:cubicBezTo>
                <a:cubicBezTo>
                  <a:pt x="50858" y="17859"/>
                  <a:pt x="42862" y="25855"/>
                  <a:pt x="42862" y="35718"/>
                </a:cubicBezTo>
                <a:cubicBezTo>
                  <a:pt x="42862" y="45582"/>
                  <a:pt x="50858" y="53578"/>
                  <a:pt x="60721" y="53578"/>
                </a:cubicBezTo>
                <a:close/>
                <a:moveTo>
                  <a:pt x="114300" y="53578"/>
                </a:moveTo>
                <a:cubicBezTo>
                  <a:pt x="124163" y="53578"/>
                  <a:pt x="132159" y="45582"/>
                  <a:pt x="132159" y="35718"/>
                </a:cubicBezTo>
                <a:cubicBezTo>
                  <a:pt x="132159" y="25855"/>
                  <a:pt x="124163" y="17859"/>
                  <a:pt x="114300" y="17859"/>
                </a:cubicBezTo>
                <a:cubicBezTo>
                  <a:pt x="104436" y="17859"/>
                  <a:pt x="96440" y="25855"/>
                  <a:pt x="96440" y="35718"/>
                </a:cubicBezTo>
                <a:cubicBezTo>
                  <a:pt x="96440" y="45582"/>
                  <a:pt x="104436" y="53578"/>
                  <a:pt x="114300" y="53578"/>
                </a:cubicBezTo>
                <a:close/>
                <a:moveTo>
                  <a:pt x="35718" y="85725"/>
                </a:moveTo>
                <a:lnTo>
                  <a:pt x="221456" y="85725"/>
                </a:lnTo>
                <a:cubicBezTo>
                  <a:pt x="241183" y="85725"/>
                  <a:pt x="257175" y="101716"/>
                  <a:pt x="257175" y="121443"/>
                </a:cubicBezTo>
                <a:cubicBezTo>
                  <a:pt x="257175" y="141170"/>
                  <a:pt x="241183" y="157162"/>
                  <a:pt x="221456" y="157162"/>
                </a:cubicBezTo>
                <a:lnTo>
                  <a:pt x="35718" y="157162"/>
                </a:lnTo>
                <a:cubicBezTo>
                  <a:pt x="15991" y="157162"/>
                  <a:pt x="0" y="141170"/>
                  <a:pt x="0" y="121443"/>
                </a:cubicBezTo>
                <a:cubicBezTo>
                  <a:pt x="0" y="101716"/>
                  <a:pt x="15991" y="85725"/>
                  <a:pt x="35718" y="85725"/>
                </a:cubicBezTo>
                <a:close/>
                <a:moveTo>
                  <a:pt x="60721" y="139303"/>
                </a:moveTo>
                <a:cubicBezTo>
                  <a:pt x="70585" y="139303"/>
                  <a:pt x="78581" y="131307"/>
                  <a:pt x="78581" y="121443"/>
                </a:cubicBezTo>
                <a:cubicBezTo>
                  <a:pt x="78581" y="111580"/>
                  <a:pt x="70585" y="103584"/>
                  <a:pt x="60721" y="103584"/>
                </a:cubicBezTo>
                <a:cubicBezTo>
                  <a:pt x="50858" y="103584"/>
                  <a:pt x="42862" y="111580"/>
                  <a:pt x="42862" y="121443"/>
                </a:cubicBezTo>
                <a:cubicBezTo>
                  <a:pt x="42862" y="131307"/>
                  <a:pt x="50858" y="139303"/>
                  <a:pt x="60721" y="139303"/>
                </a:cubicBezTo>
                <a:close/>
                <a:moveTo>
                  <a:pt x="114300" y="139303"/>
                </a:moveTo>
                <a:cubicBezTo>
                  <a:pt x="124163" y="139303"/>
                  <a:pt x="132159" y="131307"/>
                  <a:pt x="132159" y="121443"/>
                </a:cubicBezTo>
                <a:cubicBezTo>
                  <a:pt x="132159" y="111580"/>
                  <a:pt x="124163" y="103584"/>
                  <a:pt x="114300" y="103584"/>
                </a:cubicBezTo>
                <a:cubicBezTo>
                  <a:pt x="104436" y="103584"/>
                  <a:pt x="96440" y="111580"/>
                  <a:pt x="96440" y="121443"/>
                </a:cubicBezTo>
                <a:cubicBezTo>
                  <a:pt x="96440" y="131307"/>
                  <a:pt x="104436" y="139303"/>
                  <a:pt x="114300" y="139303"/>
                </a:cubicBezTo>
                <a:close/>
                <a:moveTo>
                  <a:pt x="178593" y="328612"/>
                </a:moveTo>
                <a:cubicBezTo>
                  <a:pt x="166757" y="328612"/>
                  <a:pt x="157162" y="319017"/>
                  <a:pt x="157162" y="307181"/>
                </a:cubicBezTo>
                <a:lnTo>
                  <a:pt x="157162" y="239458"/>
                </a:lnTo>
                <a:cubicBezTo>
                  <a:pt x="157188" y="238157"/>
                  <a:pt x="157893" y="236965"/>
                  <a:pt x="159019" y="236315"/>
                </a:cubicBezTo>
                <a:cubicBezTo>
                  <a:pt x="159584" y="236186"/>
                  <a:pt x="160170" y="236186"/>
                  <a:pt x="160734" y="236315"/>
                </a:cubicBezTo>
                <a:cubicBezTo>
                  <a:pt x="161336" y="236108"/>
                  <a:pt x="161989" y="236108"/>
                  <a:pt x="162591" y="236315"/>
                </a:cubicBezTo>
                <a:lnTo>
                  <a:pt x="233029" y="280320"/>
                </a:lnTo>
                <a:cubicBezTo>
                  <a:pt x="243436" y="286806"/>
                  <a:pt x="256626" y="286806"/>
                  <a:pt x="267033" y="280320"/>
                </a:cubicBezTo>
                <a:lnTo>
                  <a:pt x="337470" y="236315"/>
                </a:lnTo>
                <a:cubicBezTo>
                  <a:pt x="338072" y="236108"/>
                  <a:pt x="338726" y="236108"/>
                  <a:pt x="339328" y="236315"/>
                </a:cubicBezTo>
                <a:cubicBezTo>
                  <a:pt x="339892" y="236186"/>
                  <a:pt x="340478" y="236186"/>
                  <a:pt x="341042" y="236315"/>
                </a:cubicBezTo>
                <a:cubicBezTo>
                  <a:pt x="342169" y="236965"/>
                  <a:pt x="342873" y="238157"/>
                  <a:pt x="342900" y="239458"/>
                </a:cubicBezTo>
                <a:lnTo>
                  <a:pt x="342900" y="307181"/>
                </a:lnTo>
                <a:cubicBezTo>
                  <a:pt x="342900" y="319017"/>
                  <a:pt x="333304" y="328612"/>
                  <a:pt x="321468" y="328612"/>
                </a:cubicBezTo>
                <a:close/>
                <a:moveTo>
                  <a:pt x="322040" y="186309"/>
                </a:moveTo>
                <a:cubicBezTo>
                  <a:pt x="333261" y="186347"/>
                  <a:pt x="342579" y="194982"/>
                  <a:pt x="343471" y="206168"/>
                </a:cubicBezTo>
                <a:cubicBezTo>
                  <a:pt x="343440" y="207505"/>
                  <a:pt x="342743" y="208738"/>
                  <a:pt x="341614" y="209454"/>
                </a:cubicBezTo>
                <a:lnTo>
                  <a:pt x="255889" y="262890"/>
                </a:lnTo>
                <a:cubicBezTo>
                  <a:pt x="252369" y="264992"/>
                  <a:pt x="247979" y="264992"/>
                  <a:pt x="244459" y="262890"/>
                </a:cubicBezTo>
                <a:lnTo>
                  <a:pt x="158734" y="209026"/>
                </a:lnTo>
                <a:cubicBezTo>
                  <a:pt x="157959" y="208672"/>
                  <a:pt x="157383" y="207991"/>
                  <a:pt x="157162" y="207168"/>
                </a:cubicBezTo>
                <a:cubicBezTo>
                  <a:pt x="156575" y="201324"/>
                  <a:pt x="158644" y="195525"/>
                  <a:pt x="162797" y="191372"/>
                </a:cubicBezTo>
                <a:cubicBezTo>
                  <a:pt x="166950" y="187219"/>
                  <a:pt x="172749" y="185150"/>
                  <a:pt x="178593" y="185737"/>
                </a:cubicBezTo>
                <a:lnTo>
                  <a:pt x="221456" y="185737"/>
                </a:lnTo>
                <a:close/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 flipH="1">
            <a:off x="3498781" y="1194348"/>
            <a:ext cx="950400" cy="949131"/>
          </a:xfrm>
          <a:custGeom>
            <a:avLst/>
            <a:gdLst/>
            <a:ahLst/>
            <a:cxnLst/>
            <a:rect l="0" t="0" r="0" b="0"/>
            <a:pathLst>
              <a:path w="342900" h="342900">
                <a:moveTo>
                  <a:pt x="136159" y="67151"/>
                </a:moveTo>
                <a:cubicBezTo>
                  <a:pt x="134881" y="66856"/>
                  <a:pt x="133882" y="65858"/>
                  <a:pt x="133588" y="64579"/>
                </a:cubicBezTo>
                <a:cubicBezTo>
                  <a:pt x="133330" y="63243"/>
                  <a:pt x="133823" y="61872"/>
                  <a:pt x="134873" y="61007"/>
                </a:cubicBezTo>
                <a:cubicBezTo>
                  <a:pt x="143488" y="53918"/>
                  <a:pt x="154292" y="50031"/>
                  <a:pt x="165449" y="50006"/>
                </a:cubicBezTo>
                <a:cubicBezTo>
                  <a:pt x="192435" y="50006"/>
                  <a:pt x="214312" y="71883"/>
                  <a:pt x="214312" y="98869"/>
                </a:cubicBezTo>
                <a:cubicBezTo>
                  <a:pt x="214387" y="110173"/>
                  <a:pt x="210493" y="121144"/>
                  <a:pt x="203311" y="129873"/>
                </a:cubicBezTo>
                <a:cubicBezTo>
                  <a:pt x="202445" y="130923"/>
                  <a:pt x="201075" y="131417"/>
                  <a:pt x="199739" y="131159"/>
                </a:cubicBezTo>
                <a:cubicBezTo>
                  <a:pt x="198460" y="130864"/>
                  <a:pt x="197462" y="129866"/>
                  <a:pt x="197167" y="128587"/>
                </a:cubicBezTo>
                <a:cubicBezTo>
                  <a:pt x="189427" y="98589"/>
                  <a:pt x="166103" y="75101"/>
                  <a:pt x="136159" y="67151"/>
                </a:cubicBezTo>
                <a:close/>
                <a:moveTo>
                  <a:pt x="242887" y="110728"/>
                </a:moveTo>
                <a:cubicBezTo>
                  <a:pt x="242887" y="104810"/>
                  <a:pt x="247685" y="100012"/>
                  <a:pt x="253603" y="100012"/>
                </a:cubicBezTo>
                <a:lnTo>
                  <a:pt x="282178" y="100012"/>
                </a:lnTo>
                <a:cubicBezTo>
                  <a:pt x="288096" y="100012"/>
                  <a:pt x="292893" y="104810"/>
                  <a:pt x="292893" y="110728"/>
                </a:cubicBezTo>
                <a:cubicBezTo>
                  <a:pt x="292893" y="116646"/>
                  <a:pt x="288096" y="121443"/>
                  <a:pt x="282178" y="121443"/>
                </a:cubicBezTo>
                <a:lnTo>
                  <a:pt x="253603" y="121443"/>
                </a:lnTo>
                <a:cubicBezTo>
                  <a:pt x="247685" y="121443"/>
                  <a:pt x="242887" y="116646"/>
                  <a:pt x="242887" y="110728"/>
                </a:cubicBezTo>
                <a:close/>
                <a:moveTo>
                  <a:pt x="242887" y="153590"/>
                </a:moveTo>
                <a:cubicBezTo>
                  <a:pt x="242887" y="147672"/>
                  <a:pt x="247685" y="142875"/>
                  <a:pt x="253603" y="142875"/>
                </a:cubicBezTo>
                <a:lnTo>
                  <a:pt x="267890" y="142875"/>
                </a:lnTo>
                <a:cubicBezTo>
                  <a:pt x="273808" y="142875"/>
                  <a:pt x="278606" y="147672"/>
                  <a:pt x="278606" y="153590"/>
                </a:cubicBezTo>
                <a:cubicBezTo>
                  <a:pt x="278606" y="159508"/>
                  <a:pt x="273808" y="164306"/>
                  <a:pt x="267890" y="164306"/>
                </a:cubicBezTo>
                <a:lnTo>
                  <a:pt x="253603" y="164306"/>
                </a:lnTo>
                <a:cubicBezTo>
                  <a:pt x="247685" y="164306"/>
                  <a:pt x="242887" y="159508"/>
                  <a:pt x="242887" y="153590"/>
                </a:cubicBezTo>
                <a:close/>
                <a:moveTo>
                  <a:pt x="121443" y="285750"/>
                </a:moveTo>
                <a:cubicBezTo>
                  <a:pt x="121443" y="291668"/>
                  <a:pt x="116646" y="296465"/>
                  <a:pt x="110728" y="296465"/>
                </a:cubicBezTo>
                <a:lnTo>
                  <a:pt x="60721" y="296465"/>
                </a:lnTo>
                <a:cubicBezTo>
                  <a:pt x="54803" y="296465"/>
                  <a:pt x="50006" y="291668"/>
                  <a:pt x="50006" y="285750"/>
                </a:cubicBezTo>
                <a:cubicBezTo>
                  <a:pt x="50006" y="279831"/>
                  <a:pt x="54803" y="275034"/>
                  <a:pt x="60721" y="275034"/>
                </a:cubicBezTo>
                <a:lnTo>
                  <a:pt x="110728" y="275034"/>
                </a:lnTo>
                <a:cubicBezTo>
                  <a:pt x="116646" y="275034"/>
                  <a:pt x="121443" y="279831"/>
                  <a:pt x="121443" y="285750"/>
                </a:cubicBezTo>
                <a:close/>
                <a:moveTo>
                  <a:pt x="242887" y="67865"/>
                </a:moveTo>
                <a:cubicBezTo>
                  <a:pt x="242887" y="61947"/>
                  <a:pt x="247685" y="57150"/>
                  <a:pt x="253603" y="57150"/>
                </a:cubicBezTo>
                <a:lnTo>
                  <a:pt x="282178" y="57150"/>
                </a:lnTo>
                <a:cubicBezTo>
                  <a:pt x="288096" y="57150"/>
                  <a:pt x="292893" y="61947"/>
                  <a:pt x="292893" y="67865"/>
                </a:cubicBezTo>
                <a:cubicBezTo>
                  <a:pt x="292893" y="73783"/>
                  <a:pt x="288096" y="78581"/>
                  <a:pt x="282178" y="78581"/>
                </a:cubicBezTo>
                <a:lnTo>
                  <a:pt x="253603" y="78581"/>
                </a:lnTo>
                <a:cubicBezTo>
                  <a:pt x="247685" y="78581"/>
                  <a:pt x="242887" y="73783"/>
                  <a:pt x="242887" y="67865"/>
                </a:cubicBezTo>
                <a:close/>
                <a:moveTo>
                  <a:pt x="342900" y="314325"/>
                </a:moveTo>
                <a:cubicBezTo>
                  <a:pt x="342900" y="330106"/>
                  <a:pt x="330106" y="342900"/>
                  <a:pt x="314325" y="342900"/>
                </a:cubicBezTo>
                <a:lnTo>
                  <a:pt x="28575" y="342900"/>
                </a:lnTo>
                <a:cubicBezTo>
                  <a:pt x="12793" y="342900"/>
                  <a:pt x="0" y="330106"/>
                  <a:pt x="0" y="3143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lnTo>
                  <a:pt x="314325" y="0"/>
                </a:lnTo>
                <a:cubicBezTo>
                  <a:pt x="330106" y="0"/>
                  <a:pt x="342900" y="12793"/>
                  <a:pt x="342900" y="28575"/>
                </a:cubicBezTo>
                <a:close/>
                <a:moveTo>
                  <a:pt x="314325" y="35718"/>
                </a:moveTo>
                <a:cubicBezTo>
                  <a:pt x="314348" y="33824"/>
                  <a:pt x="313569" y="32008"/>
                  <a:pt x="312181" y="30718"/>
                </a:cubicBezTo>
                <a:cubicBezTo>
                  <a:pt x="310891" y="29330"/>
                  <a:pt x="309075" y="28551"/>
                  <a:pt x="307181" y="28575"/>
                </a:cubicBezTo>
                <a:lnTo>
                  <a:pt x="35718" y="28575"/>
                </a:lnTo>
                <a:cubicBezTo>
                  <a:pt x="31773" y="28575"/>
                  <a:pt x="28575" y="31773"/>
                  <a:pt x="28575" y="35718"/>
                </a:cubicBezTo>
                <a:lnTo>
                  <a:pt x="28575" y="307181"/>
                </a:lnTo>
                <a:cubicBezTo>
                  <a:pt x="28575" y="311126"/>
                  <a:pt x="31773" y="314325"/>
                  <a:pt x="35718" y="314325"/>
                </a:cubicBezTo>
                <a:lnTo>
                  <a:pt x="307181" y="314325"/>
                </a:lnTo>
                <a:cubicBezTo>
                  <a:pt x="311126" y="314325"/>
                  <a:pt x="314325" y="311126"/>
                  <a:pt x="314325" y="307181"/>
                </a:cubicBezTo>
                <a:close/>
                <a:moveTo>
                  <a:pt x="50006" y="150018"/>
                </a:moveTo>
                <a:cubicBezTo>
                  <a:pt x="50006" y="114510"/>
                  <a:pt x="78791" y="85725"/>
                  <a:pt x="114300" y="85725"/>
                </a:cubicBezTo>
                <a:cubicBezTo>
                  <a:pt x="149808" y="85725"/>
                  <a:pt x="178593" y="114510"/>
                  <a:pt x="178593" y="150018"/>
                </a:cubicBezTo>
                <a:cubicBezTo>
                  <a:pt x="178593" y="185527"/>
                  <a:pt x="149808" y="214312"/>
                  <a:pt x="114300" y="214312"/>
                </a:cubicBezTo>
                <a:cubicBezTo>
                  <a:pt x="78791" y="214312"/>
                  <a:pt x="50006" y="185527"/>
                  <a:pt x="50006" y="150018"/>
                </a:cubicBezTo>
                <a:moveTo>
                  <a:pt x="183451" y="200025"/>
                </a:moveTo>
                <a:cubicBezTo>
                  <a:pt x="179746" y="195982"/>
                  <a:pt x="179746" y="189779"/>
                  <a:pt x="183451" y="185737"/>
                </a:cubicBezTo>
                <a:cubicBezTo>
                  <a:pt x="187771" y="181761"/>
                  <a:pt x="194418" y="181761"/>
                  <a:pt x="198739" y="185737"/>
                </a:cubicBezTo>
                <a:lnTo>
                  <a:pt x="219455" y="206168"/>
                </a:lnTo>
                <a:cubicBezTo>
                  <a:pt x="220173" y="206786"/>
                  <a:pt x="221081" y="207139"/>
                  <a:pt x="222027" y="207168"/>
                </a:cubicBezTo>
                <a:lnTo>
                  <a:pt x="275034" y="207168"/>
                </a:lnTo>
                <a:cubicBezTo>
                  <a:pt x="284897" y="207168"/>
                  <a:pt x="292893" y="215164"/>
                  <a:pt x="292893" y="225028"/>
                </a:cubicBezTo>
                <a:lnTo>
                  <a:pt x="292893" y="275034"/>
                </a:lnTo>
                <a:cubicBezTo>
                  <a:pt x="292893" y="284897"/>
                  <a:pt x="284897" y="292893"/>
                  <a:pt x="275034" y="292893"/>
                </a:cubicBezTo>
                <a:lnTo>
                  <a:pt x="221456" y="292893"/>
                </a:lnTo>
                <a:cubicBezTo>
                  <a:pt x="211592" y="292893"/>
                  <a:pt x="203596" y="284897"/>
                  <a:pt x="203596" y="275034"/>
                </a:cubicBezTo>
                <a:lnTo>
                  <a:pt x="203596" y="222027"/>
                </a:lnTo>
                <a:cubicBezTo>
                  <a:pt x="203567" y="221081"/>
                  <a:pt x="203214" y="220173"/>
                  <a:pt x="202596" y="219455"/>
                </a:cubicBezTo>
                <a:close/>
                <a:moveTo>
                  <a:pt x="250602" y="229028"/>
                </a:moveTo>
                <a:cubicBezTo>
                  <a:pt x="249178" y="229023"/>
                  <a:pt x="247886" y="229865"/>
                  <a:pt x="247316" y="231171"/>
                </a:cubicBezTo>
                <a:cubicBezTo>
                  <a:pt x="246739" y="232528"/>
                  <a:pt x="247019" y="234098"/>
                  <a:pt x="248030" y="235172"/>
                </a:cubicBezTo>
                <a:lnTo>
                  <a:pt x="255889" y="242887"/>
                </a:lnTo>
                <a:cubicBezTo>
                  <a:pt x="259015" y="247213"/>
                  <a:pt x="258480" y="253181"/>
                  <a:pt x="254635" y="256883"/>
                </a:cubicBezTo>
                <a:cubicBezTo>
                  <a:pt x="250789" y="260585"/>
                  <a:pt x="244805" y="260892"/>
                  <a:pt x="240601" y="257603"/>
                </a:cubicBezTo>
                <a:lnTo>
                  <a:pt x="231171" y="248030"/>
                </a:lnTo>
                <a:cubicBezTo>
                  <a:pt x="230098" y="247019"/>
                  <a:pt x="228528" y="246739"/>
                  <a:pt x="227171" y="247316"/>
                </a:cubicBezTo>
                <a:cubicBezTo>
                  <a:pt x="225865" y="247886"/>
                  <a:pt x="225023" y="249177"/>
                  <a:pt x="225028" y="250602"/>
                </a:cubicBezTo>
                <a:lnTo>
                  <a:pt x="225028" y="267890"/>
                </a:lnTo>
                <a:cubicBezTo>
                  <a:pt x="225028" y="269863"/>
                  <a:pt x="226627" y="271462"/>
                  <a:pt x="228599" y="271462"/>
                </a:cubicBezTo>
                <a:lnTo>
                  <a:pt x="267890" y="271462"/>
                </a:lnTo>
                <a:cubicBezTo>
                  <a:pt x="269863" y="271462"/>
                  <a:pt x="271462" y="269863"/>
                  <a:pt x="271462" y="267890"/>
                </a:cubicBezTo>
                <a:lnTo>
                  <a:pt x="271462" y="232171"/>
                </a:lnTo>
                <a:cubicBezTo>
                  <a:pt x="271462" y="230199"/>
                  <a:pt x="269863" y="228599"/>
                  <a:pt x="267890" y="228599"/>
                </a:cubicBezTo>
                <a:close/>
              </a:path>
            </a:pathLst>
          </a:custGeom>
          <a:solidFill>
            <a:srgbClr val="1EABDA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85693" y="1194348"/>
            <a:ext cx="950400" cy="950400"/>
          </a:xfrm>
          <a:custGeom>
            <a:avLst/>
            <a:gdLst/>
            <a:ahLst/>
            <a:cxnLst/>
            <a:rect l="0" t="0" r="0" b="0"/>
            <a:pathLst>
              <a:path w="343537" h="342900">
                <a:moveTo>
                  <a:pt x="219631" y="146732"/>
                </a:moveTo>
                <a:cubicBezTo>
                  <a:pt x="225088" y="146750"/>
                  <a:pt x="230420" y="145105"/>
                  <a:pt x="234919" y="142017"/>
                </a:cubicBezTo>
                <a:lnTo>
                  <a:pt x="286068" y="106584"/>
                </a:lnTo>
                <a:cubicBezTo>
                  <a:pt x="287258" y="106108"/>
                  <a:pt x="288613" y="106306"/>
                  <a:pt x="289617" y="107103"/>
                </a:cubicBezTo>
                <a:cubicBezTo>
                  <a:pt x="290620" y="107901"/>
                  <a:pt x="291120" y="109175"/>
                  <a:pt x="290926" y="110442"/>
                </a:cubicBezTo>
                <a:lnTo>
                  <a:pt x="277924" y="165306"/>
                </a:lnTo>
                <a:cubicBezTo>
                  <a:pt x="277176" y="168970"/>
                  <a:pt x="273949" y="171600"/>
                  <a:pt x="270209" y="171592"/>
                </a:cubicBezTo>
                <a:lnTo>
                  <a:pt x="155909" y="171592"/>
                </a:lnTo>
                <a:cubicBezTo>
                  <a:pt x="153516" y="171607"/>
                  <a:pt x="151246" y="170529"/>
                  <a:pt x="149744" y="168666"/>
                </a:cubicBezTo>
                <a:cubicBezTo>
                  <a:pt x="148242" y="166802"/>
                  <a:pt x="147671" y="164355"/>
                  <a:pt x="148194" y="162020"/>
                </a:cubicBezTo>
                <a:lnTo>
                  <a:pt x="161624" y="104870"/>
                </a:lnTo>
                <a:cubicBezTo>
                  <a:pt x="161918" y="103591"/>
                  <a:pt x="162917" y="102593"/>
                  <a:pt x="164196" y="102298"/>
                </a:cubicBezTo>
                <a:cubicBezTo>
                  <a:pt x="165480" y="101939"/>
                  <a:pt x="166857" y="102324"/>
                  <a:pt x="167768" y="103298"/>
                </a:cubicBezTo>
                <a:lnTo>
                  <a:pt x="200343" y="138302"/>
                </a:lnTo>
                <a:cubicBezTo>
                  <a:pt x="205328" y="143662"/>
                  <a:pt x="212312" y="146714"/>
                  <a:pt x="219631" y="146732"/>
                </a:cubicBezTo>
                <a:close/>
                <a:moveTo>
                  <a:pt x="318" y="0"/>
                </a:moveTo>
                <a:moveTo>
                  <a:pt x="218763" y="125683"/>
                </a:moveTo>
                <a:cubicBezTo>
                  <a:pt x="217358" y="125548"/>
                  <a:pt x="216071" y="124841"/>
                  <a:pt x="215202" y="123729"/>
                </a:cubicBezTo>
                <a:lnTo>
                  <a:pt x="185484" y="91725"/>
                </a:lnTo>
                <a:cubicBezTo>
                  <a:pt x="184730" y="90550"/>
                  <a:pt x="184730" y="89043"/>
                  <a:pt x="185484" y="87868"/>
                </a:cubicBezTo>
                <a:cubicBezTo>
                  <a:pt x="186054" y="86562"/>
                  <a:pt x="187345" y="85720"/>
                  <a:pt x="188770" y="85725"/>
                </a:cubicBezTo>
                <a:lnTo>
                  <a:pt x="266637" y="85725"/>
                </a:lnTo>
                <a:cubicBezTo>
                  <a:pt x="268148" y="85722"/>
                  <a:pt x="269483" y="86708"/>
                  <a:pt x="269923" y="88153"/>
                </a:cubicBezTo>
                <a:cubicBezTo>
                  <a:pt x="270515" y="89623"/>
                  <a:pt x="269974" y="91304"/>
                  <a:pt x="268637" y="92154"/>
                </a:cubicBezTo>
                <a:lnTo>
                  <a:pt x="222632" y="124444"/>
                </a:lnTo>
                <a:cubicBezTo>
                  <a:pt x="221567" y="125370"/>
                  <a:pt x="220168" y="125818"/>
                  <a:pt x="218763" y="125683"/>
                </a:cubicBezTo>
                <a:close/>
                <a:moveTo>
                  <a:pt x="119476" y="110728"/>
                </a:moveTo>
                <a:lnTo>
                  <a:pt x="69470" y="110728"/>
                </a:lnTo>
                <a:cubicBezTo>
                  <a:pt x="63552" y="110728"/>
                  <a:pt x="58754" y="105930"/>
                  <a:pt x="58754" y="100012"/>
                </a:cubicBezTo>
                <a:cubicBezTo>
                  <a:pt x="58754" y="94094"/>
                  <a:pt x="63552" y="89296"/>
                  <a:pt x="69470" y="89296"/>
                </a:cubicBezTo>
                <a:lnTo>
                  <a:pt x="119476" y="89296"/>
                </a:lnTo>
                <a:cubicBezTo>
                  <a:pt x="125362" y="89373"/>
                  <a:pt x="130115" y="94126"/>
                  <a:pt x="130191" y="100012"/>
                </a:cubicBezTo>
                <a:cubicBezTo>
                  <a:pt x="130115" y="105898"/>
                  <a:pt x="125362" y="110651"/>
                  <a:pt x="119476" y="110728"/>
                </a:cubicBezTo>
                <a:close/>
                <a:moveTo>
                  <a:pt x="98045" y="132159"/>
                </a:moveTo>
                <a:cubicBezTo>
                  <a:pt x="103963" y="132159"/>
                  <a:pt x="108760" y="136956"/>
                  <a:pt x="108760" y="142875"/>
                </a:cubicBezTo>
                <a:cubicBezTo>
                  <a:pt x="108760" y="148793"/>
                  <a:pt x="103963" y="153590"/>
                  <a:pt x="98045" y="153590"/>
                </a:cubicBezTo>
                <a:lnTo>
                  <a:pt x="69470" y="153590"/>
                </a:lnTo>
                <a:cubicBezTo>
                  <a:pt x="63552" y="153590"/>
                  <a:pt x="58754" y="148793"/>
                  <a:pt x="58754" y="142875"/>
                </a:cubicBezTo>
                <a:cubicBezTo>
                  <a:pt x="58754" y="136956"/>
                  <a:pt x="63552" y="132159"/>
                  <a:pt x="69470" y="132159"/>
                </a:cubicBezTo>
                <a:close/>
                <a:moveTo>
                  <a:pt x="343218" y="235743"/>
                </a:moveTo>
                <a:cubicBezTo>
                  <a:pt x="343218" y="259416"/>
                  <a:pt x="324028" y="278606"/>
                  <a:pt x="300356" y="278606"/>
                </a:cubicBezTo>
                <a:lnTo>
                  <a:pt x="182484" y="278606"/>
                </a:lnTo>
                <a:cubicBezTo>
                  <a:pt x="180511" y="278606"/>
                  <a:pt x="178912" y="280205"/>
                  <a:pt x="178912" y="282178"/>
                </a:cubicBezTo>
                <a:lnTo>
                  <a:pt x="178912" y="310753"/>
                </a:lnTo>
                <a:cubicBezTo>
                  <a:pt x="178912" y="312725"/>
                  <a:pt x="180511" y="314325"/>
                  <a:pt x="182484" y="314325"/>
                </a:cubicBezTo>
                <a:lnTo>
                  <a:pt x="271781" y="314325"/>
                </a:lnTo>
                <a:cubicBezTo>
                  <a:pt x="279671" y="314325"/>
                  <a:pt x="286068" y="320721"/>
                  <a:pt x="286068" y="328612"/>
                </a:cubicBezTo>
                <a:cubicBezTo>
                  <a:pt x="286068" y="336503"/>
                  <a:pt x="279671" y="342900"/>
                  <a:pt x="271781" y="342900"/>
                </a:cubicBezTo>
                <a:lnTo>
                  <a:pt x="71756" y="342900"/>
                </a:lnTo>
                <a:cubicBezTo>
                  <a:pt x="63865" y="342900"/>
                  <a:pt x="57468" y="336503"/>
                  <a:pt x="57468" y="328612"/>
                </a:cubicBezTo>
                <a:cubicBezTo>
                  <a:pt x="57468" y="320721"/>
                  <a:pt x="63865" y="314325"/>
                  <a:pt x="71756" y="314325"/>
                </a:cubicBezTo>
                <a:lnTo>
                  <a:pt x="146765" y="314325"/>
                </a:lnTo>
                <a:cubicBezTo>
                  <a:pt x="148738" y="314325"/>
                  <a:pt x="150337" y="312725"/>
                  <a:pt x="150337" y="310753"/>
                </a:cubicBezTo>
                <a:lnTo>
                  <a:pt x="150337" y="282178"/>
                </a:lnTo>
                <a:cubicBezTo>
                  <a:pt x="150337" y="280205"/>
                  <a:pt x="148738" y="278606"/>
                  <a:pt x="146765" y="278606"/>
                </a:cubicBezTo>
                <a:lnTo>
                  <a:pt x="43181" y="278606"/>
                </a:lnTo>
                <a:cubicBezTo>
                  <a:pt x="19508" y="278606"/>
                  <a:pt x="318" y="259416"/>
                  <a:pt x="318" y="235743"/>
                </a:cubicBezTo>
                <a:lnTo>
                  <a:pt x="318" y="37004"/>
                </a:lnTo>
                <a:cubicBezTo>
                  <a:pt x="0" y="16936"/>
                  <a:pt x="15971" y="391"/>
                  <a:pt x="36037" y="0"/>
                </a:cubicBezTo>
                <a:lnTo>
                  <a:pt x="307499" y="0"/>
                </a:lnTo>
                <a:cubicBezTo>
                  <a:pt x="327566" y="391"/>
                  <a:pt x="343537" y="16936"/>
                  <a:pt x="343218" y="37004"/>
                </a:cubicBezTo>
                <a:close/>
                <a:moveTo>
                  <a:pt x="307499" y="214312"/>
                </a:moveTo>
                <a:cubicBezTo>
                  <a:pt x="311445" y="214312"/>
                  <a:pt x="314643" y="211114"/>
                  <a:pt x="314643" y="207168"/>
                </a:cubicBezTo>
                <a:lnTo>
                  <a:pt x="314643" y="37004"/>
                </a:lnTo>
                <a:cubicBezTo>
                  <a:pt x="314973" y="32712"/>
                  <a:pt x="311788" y="28953"/>
                  <a:pt x="307499" y="28575"/>
                </a:cubicBezTo>
                <a:lnTo>
                  <a:pt x="36037" y="28575"/>
                </a:lnTo>
                <a:cubicBezTo>
                  <a:pt x="31749" y="28953"/>
                  <a:pt x="28563" y="32712"/>
                  <a:pt x="28893" y="37004"/>
                </a:cubicBezTo>
                <a:lnTo>
                  <a:pt x="28893" y="207168"/>
                </a:lnTo>
                <a:cubicBezTo>
                  <a:pt x="28893" y="211114"/>
                  <a:pt x="32092" y="214312"/>
                  <a:pt x="36037" y="214312"/>
                </a:cubicBezTo>
                <a:close/>
              </a:path>
            </a:pathLst>
          </a:custGeom>
          <a:solidFill>
            <a:srgbClr val="3CC583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38376" y="1541563"/>
            <a:ext cx="1945084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dirty="0">
                <a:solidFill>
                  <a:srgbClr val="484848"/>
                </a:solidFill>
              </a:rPr>
              <a:t>The core component
for designing emails
with drag-and-drop
functionality.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55470" y="3059574"/>
            <a:ext cx="1564467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b="1" dirty="0">
                <a:solidFill>
                  <a:srgbClr val="92BD39"/>
                </a:solidFill>
              </a:rPr>
              <a:t>Preview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5363" y="5056708"/>
            <a:ext cx="1756763" cy="830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dirty="0">
                <a:solidFill>
                  <a:srgbClr val="484848"/>
                </a:solidFill>
              </a:rPr>
              <a:t>The database used
to store email
template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8904" y="1471347"/>
            <a:ext cx="1977594" cy="830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dirty="0">
                <a:solidFill>
                  <a:srgbClr val="484848"/>
                </a:solidFill>
              </a:rPr>
              <a:t>The interactive front-
end application for
user interaction.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3391" y="3050509"/>
            <a:ext cx="1498615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lang="en-US" b="1" dirty="0">
                <a:solidFill>
                  <a:srgbClr val="E0CB15"/>
                </a:solidFill>
              </a:rPr>
              <a:t>Content</a:t>
            </a:r>
            <a:r>
              <a:rPr b="1" dirty="0">
                <a:solidFill>
                  <a:srgbClr val="E0CB15"/>
                </a:solidFill>
              </a:rPr>
              <a:t>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0727" y="3408167"/>
            <a:ext cx="2075569" cy="11079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dirty="0">
                <a:solidFill>
                  <a:srgbClr val="484848"/>
                </a:solidFill>
              </a:rPr>
              <a:t>Renders a preview of
the email as it would
appear in a recipient's
inbox.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9710" y="3365714"/>
            <a:ext cx="1802416" cy="830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dirty="0">
                <a:solidFill>
                  <a:srgbClr val="484848"/>
                </a:solidFill>
              </a:rPr>
              <a:t>Handles CSS styling
requests from the
email editor.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8376" y="1211422"/>
            <a:ext cx="1150123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b="1" dirty="0">
                <a:solidFill>
                  <a:srgbClr val="3CC583"/>
                </a:solidFill>
              </a:rPr>
              <a:t>Email Editor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565" y="4805285"/>
            <a:ext cx="140403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b="1" dirty="0">
                <a:solidFill>
                  <a:srgbClr val="DE8431"/>
                </a:solidFill>
              </a:rPr>
              <a:t>Tridion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37565" y="1194348"/>
            <a:ext cx="134427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b="1" dirty="0">
                <a:solidFill>
                  <a:srgbClr val="1EABDA"/>
                </a:solidFill>
              </a:rPr>
              <a:t>User Interface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5363" y="4768170"/>
            <a:ext cx="954749" cy="27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b="1" dirty="0">
                <a:solidFill>
                  <a:srgbClr val="409432"/>
                </a:solidFill>
              </a:rPr>
              <a:t>MongoDB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8904" y="5140595"/>
            <a:ext cx="1901033" cy="8309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dirty="0">
                <a:solidFill>
                  <a:srgbClr val="484848"/>
                </a:solidFill>
              </a:rPr>
              <a:t>Persists email
templates in the
MongoDB database.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3A6ECC04-7B90-7C13-BDF4-F9DA78A2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230" y="4906670"/>
            <a:ext cx="950400" cy="95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EC093-024B-498D-E812-9C1F9C151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1088584"/>
            <a:ext cx="6870700" cy="448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6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142</Words>
  <Application>Microsoft Macintosh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 Sekhar Javalkar</dc:creator>
  <cp:lastModifiedBy>Chandra Sekhar Javalkar</cp:lastModifiedBy>
  <cp:revision>1</cp:revision>
  <dcterms:created xsi:type="dcterms:W3CDTF">2025-07-08T15:40:44Z</dcterms:created>
  <dcterms:modified xsi:type="dcterms:W3CDTF">2025-07-08T19:33:23Z</dcterms:modified>
</cp:coreProperties>
</file>