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6"/>
  </p:normalViewPr>
  <p:slideViewPr>
    <p:cSldViewPr snapToGrid="0" snapToObjects="1">
      <p:cViewPr varScale="1">
        <p:scale>
          <a:sx n="102" d="100"/>
          <a:sy n="102" d="100"/>
        </p:scale>
        <p:origin x="202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808119" y="4512473"/>
            <a:ext cx="642937" cy="123825"/>
            <a:chOff x="7343775" y="2795597"/>
            <a:chExt cx="642937" cy="123825"/>
          </a:xfrm>
        </p:grpSpPr>
        <p:sp>
          <p:nvSpPr>
            <p:cNvPr id="2" name="Rounded Rectangle 1"/>
            <p:cNvSpPr/>
            <p:nvPr/>
          </p:nvSpPr>
          <p:spPr>
            <a:xfrm>
              <a:off x="7343775" y="2857509"/>
              <a:ext cx="638175" cy="9525"/>
            </a:xfrm>
            <a:custGeom>
              <a:avLst/>
              <a:gdLst/>
              <a:ahLst/>
              <a:cxnLst/>
              <a:rect l="0" t="0" r="0" b="0"/>
              <a:pathLst>
                <a:path w="638175" h="9525">
                  <a:moveTo>
                    <a:pt x="638175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7924800" y="279559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0"/>
                  </a:moveTo>
                  <a:lnTo>
                    <a:pt x="61912" y="61912"/>
                  </a:lnTo>
                  <a:lnTo>
                    <a:pt x="0" y="123825"/>
                  </a:lnTo>
                </a:path>
              </a:pathLst>
            </a:custGeom>
            <a:no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692944" y="4574348"/>
            <a:ext cx="7058025" cy="9525"/>
          </a:xfrm>
          <a:custGeom>
            <a:avLst/>
            <a:gdLst/>
            <a:ahLst/>
            <a:cxnLst/>
            <a:rect l="0" t="0" r="0" b="0"/>
            <a:pathLst>
              <a:path w="7058025" h="9525">
                <a:moveTo>
                  <a:pt x="7058025" y="37"/>
                </a:moveTo>
                <a:lnTo>
                  <a:pt x="5514975" y="37"/>
                </a:lnTo>
                <a:moveTo>
                  <a:pt x="5457825" y="40"/>
                </a:moveTo>
                <a:lnTo>
                  <a:pt x="3914775" y="8"/>
                </a:lnTo>
                <a:moveTo>
                  <a:pt x="2257425" y="37"/>
                </a:moveTo>
                <a:lnTo>
                  <a:pt x="714375" y="37"/>
                </a:lnTo>
                <a:moveTo>
                  <a:pt x="0" y="0"/>
                </a:moveTo>
                <a:lnTo>
                  <a:pt x="657202" y="0"/>
                </a:lnTo>
                <a:moveTo>
                  <a:pt x="3857625" y="36"/>
                </a:moveTo>
                <a:lnTo>
                  <a:pt x="2314575" y="36"/>
                </a:lnTo>
              </a:path>
            </a:pathLst>
          </a:custGeom>
          <a:noFill/>
          <a:ln w="14287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50969" y="4545848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0769" y="454581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50569" y="454581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50369" y="4544713"/>
            <a:ext cx="57150" cy="59348"/>
          </a:xfrm>
          <a:custGeom>
            <a:avLst/>
            <a:gdLst/>
            <a:ahLst/>
            <a:cxnLst/>
            <a:rect l="0" t="0" r="0" b="0"/>
            <a:pathLst>
              <a:path w="57150" h="59348">
                <a:moveTo>
                  <a:pt x="57150" y="29674"/>
                </a:moveTo>
                <a:cubicBezTo>
                  <a:pt x="57150" y="46062"/>
                  <a:pt x="44356" y="59348"/>
                  <a:pt x="28575" y="59348"/>
                </a:cubicBezTo>
                <a:cubicBezTo>
                  <a:pt x="12793" y="59348"/>
                  <a:pt x="0" y="46062"/>
                  <a:pt x="0" y="29674"/>
                </a:cubicBezTo>
                <a:cubicBezTo>
                  <a:pt x="0" y="13285"/>
                  <a:pt x="12793" y="0"/>
                  <a:pt x="28575" y="0"/>
                </a:cubicBezTo>
                <a:cubicBezTo>
                  <a:pt x="44356" y="0"/>
                  <a:pt x="57150" y="13285"/>
                  <a:pt x="57150" y="29674"/>
                </a:cubicBezTo>
                <a:close/>
              </a:path>
            </a:pathLst>
          </a:custGeom>
          <a:noFill/>
          <a:ln w="14287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50169" y="454581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57150" y="28575"/>
                </a:moveTo>
                <a:cubicBezTo>
                  <a:pt x="57150" y="44356"/>
                  <a:pt x="44356" y="57150"/>
                  <a:pt x="28575" y="57150"/>
                </a:cubicBezTo>
                <a:cubicBezTo>
                  <a:pt x="12793" y="57150"/>
                  <a:pt x="0" y="44356"/>
                  <a:pt x="0" y="28575"/>
                </a:cubicBezTo>
                <a:cubicBezTo>
                  <a:pt x="0" y="12793"/>
                  <a:pt x="12793" y="0"/>
                  <a:pt x="28575" y="0"/>
                </a:cubicBezTo>
                <a:cubicBezTo>
                  <a:pt x="44356" y="0"/>
                  <a:pt x="57150" y="12793"/>
                  <a:pt x="57150" y="28575"/>
                </a:cubicBezTo>
                <a:close/>
              </a:path>
            </a:pathLst>
          </a:custGeom>
          <a:noFill/>
          <a:ln w="14287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4003" y="2221701"/>
            <a:ext cx="32575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SMS OTP Production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630" y="3217069"/>
            <a:ext cx="1114425" cy="840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NOtification
SMS OTP
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4026" y="3217069"/>
            <a:ext cx="1042987" cy="840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Connect to
Oracle
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013" y="3445669"/>
            <a:ext cx="1485900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Connect to
Redis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951" y="3445669"/>
            <a:ext cx="1042987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Connect to
Sinch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2241" y="3445669"/>
            <a:ext cx="1100137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Production
Issues Arise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9663" y="4021934"/>
            <a:ext cx="438155" cy="419105"/>
          </a:xfrm>
          <a:custGeom>
            <a:avLst/>
            <a:gdLst/>
            <a:ahLst/>
            <a:cxnLst/>
            <a:rect l="0" t="0" r="0" b="0"/>
            <a:pathLst>
              <a:path w="438155" h="419105">
                <a:moveTo>
                  <a:pt x="190505" y="323850"/>
                </a:moveTo>
                <a:lnTo>
                  <a:pt x="189019" y="382485"/>
                </a:lnTo>
                <a:cubicBezTo>
                  <a:pt x="189019" y="402707"/>
                  <a:pt x="172626" y="419100"/>
                  <a:pt x="152405" y="419100"/>
                </a:cubicBezTo>
                <a:lnTo>
                  <a:pt x="36619" y="419100"/>
                </a:lnTo>
                <a:cubicBezTo>
                  <a:pt x="26906" y="419105"/>
                  <a:pt x="17591" y="415249"/>
                  <a:pt x="10723" y="408381"/>
                </a:cubicBezTo>
                <a:cubicBezTo>
                  <a:pt x="3855" y="401513"/>
                  <a:pt x="0" y="392198"/>
                  <a:pt x="5" y="382485"/>
                </a:cubicBezTo>
                <a:lnTo>
                  <a:pt x="5" y="150914"/>
                </a:lnTo>
                <a:cubicBezTo>
                  <a:pt x="0" y="141201"/>
                  <a:pt x="3855" y="131885"/>
                  <a:pt x="10723" y="125018"/>
                </a:cubicBezTo>
                <a:cubicBezTo>
                  <a:pt x="17591" y="118150"/>
                  <a:pt x="26906" y="114294"/>
                  <a:pt x="36619" y="114299"/>
                </a:cubicBezTo>
                <a:lnTo>
                  <a:pt x="80967" y="114299"/>
                </a:lnTo>
                <a:moveTo>
                  <a:pt x="5" y="361950"/>
                </a:moveTo>
                <a:lnTo>
                  <a:pt x="189019" y="361950"/>
                </a:lnTo>
                <a:moveTo>
                  <a:pt x="161930" y="0"/>
                </a:moveTo>
                <a:lnTo>
                  <a:pt x="400055" y="0"/>
                </a:lnTo>
                <a:cubicBezTo>
                  <a:pt x="421097" y="0"/>
                  <a:pt x="438155" y="17057"/>
                  <a:pt x="438155" y="38100"/>
                </a:cubicBezTo>
                <a:lnTo>
                  <a:pt x="438155" y="171450"/>
                </a:lnTo>
                <a:cubicBezTo>
                  <a:pt x="438155" y="192492"/>
                  <a:pt x="421097" y="209550"/>
                  <a:pt x="400055" y="209550"/>
                </a:cubicBezTo>
                <a:lnTo>
                  <a:pt x="257180" y="209550"/>
                </a:lnTo>
                <a:lnTo>
                  <a:pt x="180980" y="276225"/>
                </a:lnTo>
                <a:lnTo>
                  <a:pt x="180980" y="209550"/>
                </a:lnTo>
                <a:lnTo>
                  <a:pt x="161930" y="209550"/>
                </a:lnTo>
                <a:cubicBezTo>
                  <a:pt x="140887" y="209550"/>
                  <a:pt x="123830" y="192492"/>
                  <a:pt x="123830" y="171450"/>
                </a:cubicBezTo>
                <a:lnTo>
                  <a:pt x="123830" y="38100"/>
                </a:lnTo>
                <a:cubicBezTo>
                  <a:pt x="123830" y="17057"/>
                  <a:pt x="140887" y="0"/>
                  <a:pt x="161930" y="0"/>
                </a:cubicBezTo>
                <a:close/>
                <a:moveTo>
                  <a:pt x="227385" y="95059"/>
                </a:moveTo>
                <a:cubicBezTo>
                  <a:pt x="227385" y="79467"/>
                  <a:pt x="214745" y="66827"/>
                  <a:pt x="199153" y="66827"/>
                </a:cubicBezTo>
                <a:cubicBezTo>
                  <a:pt x="183561" y="66827"/>
                  <a:pt x="170921" y="79467"/>
                  <a:pt x="170921" y="95059"/>
                </a:cubicBezTo>
                <a:lnTo>
                  <a:pt x="170921" y="119386"/>
                </a:lnTo>
                <a:cubicBezTo>
                  <a:pt x="170921" y="134978"/>
                  <a:pt x="183561" y="147618"/>
                  <a:pt x="199153" y="147618"/>
                </a:cubicBezTo>
                <a:cubicBezTo>
                  <a:pt x="214745" y="147618"/>
                  <a:pt x="227385" y="134978"/>
                  <a:pt x="227385" y="119386"/>
                </a:cubicBezTo>
                <a:close/>
                <a:moveTo>
                  <a:pt x="393044" y="91325"/>
                </a:moveTo>
                <a:lnTo>
                  <a:pt x="393044" y="91325"/>
                </a:lnTo>
                <a:cubicBezTo>
                  <a:pt x="393044" y="77795"/>
                  <a:pt x="382076" y="66827"/>
                  <a:pt x="368546" y="66827"/>
                </a:cubicBezTo>
                <a:lnTo>
                  <a:pt x="336580" y="66827"/>
                </a:lnTo>
                <a:lnTo>
                  <a:pt x="336580" y="115804"/>
                </a:lnTo>
                <a:lnTo>
                  <a:pt x="368546" y="115804"/>
                </a:lnTo>
                <a:cubicBezTo>
                  <a:pt x="382068" y="115804"/>
                  <a:pt x="393034" y="104848"/>
                  <a:pt x="393044" y="91325"/>
                </a:cubicBezTo>
                <a:close/>
                <a:moveTo>
                  <a:pt x="336580" y="147618"/>
                </a:moveTo>
                <a:lnTo>
                  <a:pt x="336580" y="115804"/>
                </a:lnTo>
                <a:moveTo>
                  <a:pt x="305757" y="66827"/>
                </a:moveTo>
                <a:lnTo>
                  <a:pt x="249293" y="66827"/>
                </a:lnTo>
                <a:moveTo>
                  <a:pt x="277525" y="66827"/>
                </a:moveTo>
                <a:lnTo>
                  <a:pt x="277525" y="147618"/>
                </a:lnTo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778919" y="4021953"/>
            <a:ext cx="400050" cy="428624"/>
          </a:xfrm>
          <a:custGeom>
            <a:avLst/>
            <a:gdLst/>
            <a:ahLst/>
            <a:cxnLst/>
            <a:rect l="0" t="0" r="0" b="0"/>
            <a:pathLst>
              <a:path w="400050" h="428624">
                <a:moveTo>
                  <a:pt x="57207" y="57150"/>
                </a:moveTo>
                <a:cubicBezTo>
                  <a:pt x="57207" y="88713"/>
                  <a:pt x="129703" y="114300"/>
                  <a:pt x="219132" y="114300"/>
                </a:cubicBezTo>
                <a:cubicBezTo>
                  <a:pt x="308560" y="114300"/>
                  <a:pt x="381057" y="88713"/>
                  <a:pt x="381057" y="57150"/>
                </a:cubicBezTo>
                <a:cubicBezTo>
                  <a:pt x="381057" y="25586"/>
                  <a:pt x="308560" y="0"/>
                  <a:pt x="219132" y="0"/>
                </a:cubicBezTo>
                <a:cubicBezTo>
                  <a:pt x="129703" y="0"/>
                  <a:pt x="57207" y="25586"/>
                  <a:pt x="57207" y="57150"/>
                </a:cubicBezTo>
                <a:close/>
                <a:moveTo>
                  <a:pt x="57150" y="133330"/>
                </a:moveTo>
                <a:cubicBezTo>
                  <a:pt x="57150" y="164915"/>
                  <a:pt x="129654" y="190480"/>
                  <a:pt x="219075" y="190480"/>
                </a:cubicBezTo>
                <a:cubicBezTo>
                  <a:pt x="308495" y="190480"/>
                  <a:pt x="381000" y="164896"/>
                  <a:pt x="381000" y="133330"/>
                </a:cubicBezTo>
                <a:moveTo>
                  <a:pt x="57150" y="209530"/>
                </a:moveTo>
                <a:cubicBezTo>
                  <a:pt x="57150" y="241096"/>
                  <a:pt x="129654" y="266680"/>
                  <a:pt x="219075" y="266680"/>
                </a:cubicBezTo>
                <a:cubicBezTo>
                  <a:pt x="308495" y="266680"/>
                  <a:pt x="381000" y="241096"/>
                  <a:pt x="381000" y="209530"/>
                </a:cubicBezTo>
                <a:moveTo>
                  <a:pt x="381000" y="57130"/>
                </a:moveTo>
                <a:lnTo>
                  <a:pt x="381000" y="285730"/>
                </a:lnTo>
                <a:cubicBezTo>
                  <a:pt x="381000" y="317296"/>
                  <a:pt x="308495" y="342880"/>
                  <a:pt x="219075" y="342880"/>
                </a:cubicBezTo>
                <a:cubicBezTo>
                  <a:pt x="129654" y="342880"/>
                  <a:pt x="57150" y="317296"/>
                  <a:pt x="57150" y="285730"/>
                </a:cubicBezTo>
                <a:lnTo>
                  <a:pt x="57150" y="57130"/>
                </a:lnTo>
                <a:moveTo>
                  <a:pt x="0" y="400049"/>
                </a:moveTo>
                <a:lnTo>
                  <a:pt x="180975" y="400049"/>
                </a:lnTo>
                <a:moveTo>
                  <a:pt x="209607" y="342899"/>
                </a:moveTo>
                <a:lnTo>
                  <a:pt x="209607" y="371474"/>
                </a:lnTo>
                <a:moveTo>
                  <a:pt x="180975" y="400049"/>
                </a:moveTo>
                <a:cubicBezTo>
                  <a:pt x="180975" y="384268"/>
                  <a:pt x="193768" y="371474"/>
                  <a:pt x="209550" y="371474"/>
                </a:cubicBezTo>
                <a:cubicBezTo>
                  <a:pt x="225331" y="371474"/>
                  <a:pt x="238125" y="384268"/>
                  <a:pt x="238125" y="400049"/>
                </a:cubicBezTo>
                <a:cubicBezTo>
                  <a:pt x="238125" y="415831"/>
                  <a:pt x="225331" y="428624"/>
                  <a:pt x="209550" y="428624"/>
                </a:cubicBezTo>
                <a:cubicBezTo>
                  <a:pt x="193768" y="428624"/>
                  <a:pt x="180975" y="415831"/>
                  <a:pt x="180975" y="400049"/>
                </a:cubicBezTo>
                <a:close/>
                <a:moveTo>
                  <a:pt x="238125" y="400049"/>
                </a:moveTo>
                <a:lnTo>
                  <a:pt x="400050" y="400049"/>
                </a:lnTo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60069" y="401240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0" y="219075"/>
                </a:moveTo>
                <a:cubicBezTo>
                  <a:pt x="0" y="98083"/>
                  <a:pt x="98083" y="0"/>
                  <a:pt x="219075" y="0"/>
                </a:cubicBezTo>
                <a:cubicBezTo>
                  <a:pt x="340066" y="0"/>
                  <a:pt x="438150" y="98083"/>
                  <a:pt x="438150" y="219075"/>
                </a:cubicBezTo>
                <a:cubicBezTo>
                  <a:pt x="438150" y="340066"/>
                  <a:pt x="340066" y="438150"/>
                  <a:pt x="219075" y="438150"/>
                </a:cubicBezTo>
                <a:cubicBezTo>
                  <a:pt x="98083" y="438150"/>
                  <a:pt x="0" y="340066"/>
                  <a:pt x="0" y="219075"/>
                </a:cubicBezTo>
                <a:moveTo>
                  <a:pt x="179851" y="161925"/>
                </a:moveTo>
                <a:lnTo>
                  <a:pt x="123825" y="257175"/>
                </a:lnTo>
                <a:lnTo>
                  <a:pt x="171450" y="333375"/>
                </a:lnTo>
                <a:lnTo>
                  <a:pt x="209550" y="333375"/>
                </a:lnTo>
                <a:moveTo>
                  <a:pt x="266700" y="333375"/>
                </a:moveTo>
                <a:lnTo>
                  <a:pt x="314325" y="257175"/>
                </a:lnTo>
                <a:lnTo>
                  <a:pt x="219075" y="95250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65031" y="4088609"/>
            <a:ext cx="428625" cy="285749"/>
          </a:xfrm>
          <a:custGeom>
            <a:avLst/>
            <a:gdLst/>
            <a:ahLst/>
            <a:cxnLst/>
            <a:rect l="0" t="0" r="0" b="0"/>
            <a:pathLst>
              <a:path w="428625" h="285749">
                <a:moveTo>
                  <a:pt x="86715" y="180974"/>
                </a:moveTo>
                <a:lnTo>
                  <a:pt x="0" y="180974"/>
                </a:lnTo>
                <a:moveTo>
                  <a:pt x="340194" y="180974"/>
                </a:moveTo>
                <a:lnTo>
                  <a:pt x="428625" y="180974"/>
                </a:lnTo>
                <a:moveTo>
                  <a:pt x="340290" y="104774"/>
                </a:moveTo>
                <a:lnTo>
                  <a:pt x="428625" y="104774"/>
                </a:lnTo>
                <a:moveTo>
                  <a:pt x="0" y="104774"/>
                </a:moveTo>
                <a:lnTo>
                  <a:pt x="88430" y="104774"/>
                </a:lnTo>
                <a:moveTo>
                  <a:pt x="324173" y="162267"/>
                </a:moveTo>
                <a:cubicBezTo>
                  <a:pt x="336652" y="169510"/>
                  <a:pt x="343969" y="183179"/>
                  <a:pt x="343075" y="197580"/>
                </a:cubicBezTo>
                <a:cubicBezTo>
                  <a:pt x="342181" y="211980"/>
                  <a:pt x="333230" y="224640"/>
                  <a:pt x="319952" y="230284"/>
                </a:cubicBezTo>
                <a:cubicBezTo>
                  <a:pt x="306674" y="235927"/>
                  <a:pt x="291347" y="233587"/>
                  <a:pt x="280358" y="224237"/>
                </a:cubicBezTo>
                <a:cubicBezTo>
                  <a:pt x="271762" y="231212"/>
                  <a:pt x="262118" y="236786"/>
                  <a:pt x="251783" y="240753"/>
                </a:cubicBezTo>
                <a:cubicBezTo>
                  <a:pt x="252197" y="243029"/>
                  <a:pt x="252407" y="245337"/>
                  <a:pt x="252412" y="247649"/>
                </a:cubicBezTo>
                <a:cubicBezTo>
                  <a:pt x="252412" y="268692"/>
                  <a:pt x="235354" y="285749"/>
                  <a:pt x="214312" y="285749"/>
                </a:cubicBezTo>
                <a:cubicBezTo>
                  <a:pt x="193270" y="285749"/>
                  <a:pt x="176212" y="268692"/>
                  <a:pt x="176212" y="247649"/>
                </a:cubicBezTo>
                <a:cubicBezTo>
                  <a:pt x="176217" y="245337"/>
                  <a:pt x="176427" y="243029"/>
                  <a:pt x="176841" y="240753"/>
                </a:cubicBezTo>
                <a:cubicBezTo>
                  <a:pt x="166506" y="236786"/>
                  <a:pt x="156862" y="231212"/>
                  <a:pt x="148266" y="224237"/>
                </a:cubicBezTo>
                <a:cubicBezTo>
                  <a:pt x="137277" y="233587"/>
                  <a:pt x="121950" y="235927"/>
                  <a:pt x="108672" y="230284"/>
                </a:cubicBezTo>
                <a:cubicBezTo>
                  <a:pt x="95394" y="224640"/>
                  <a:pt x="86443" y="211980"/>
                  <a:pt x="85549" y="197580"/>
                </a:cubicBezTo>
                <a:cubicBezTo>
                  <a:pt x="84655" y="183179"/>
                  <a:pt x="91972" y="169510"/>
                  <a:pt x="104451" y="162267"/>
                </a:cubicBezTo>
                <a:cubicBezTo>
                  <a:pt x="106462" y="161111"/>
                  <a:pt x="108572" y="160136"/>
                  <a:pt x="110756" y="159353"/>
                </a:cubicBezTo>
                <a:cubicBezTo>
                  <a:pt x="109029" y="148435"/>
                  <a:pt x="109029" y="137314"/>
                  <a:pt x="110756" y="126396"/>
                </a:cubicBezTo>
                <a:cubicBezTo>
                  <a:pt x="108572" y="125613"/>
                  <a:pt x="106462" y="124638"/>
                  <a:pt x="104451" y="123482"/>
                </a:cubicBezTo>
                <a:cubicBezTo>
                  <a:pt x="91972" y="116239"/>
                  <a:pt x="84655" y="102570"/>
                  <a:pt x="85549" y="88169"/>
                </a:cubicBezTo>
                <a:cubicBezTo>
                  <a:pt x="86443" y="73769"/>
                  <a:pt x="95394" y="61109"/>
                  <a:pt x="108672" y="55465"/>
                </a:cubicBezTo>
                <a:cubicBezTo>
                  <a:pt x="121950" y="49822"/>
                  <a:pt x="137277" y="52162"/>
                  <a:pt x="148266" y="61512"/>
                </a:cubicBezTo>
                <a:cubicBezTo>
                  <a:pt x="156862" y="54537"/>
                  <a:pt x="166506" y="48963"/>
                  <a:pt x="176841" y="44996"/>
                </a:cubicBezTo>
                <a:cubicBezTo>
                  <a:pt x="176427" y="42720"/>
                  <a:pt x="176217" y="40412"/>
                  <a:pt x="176212" y="38100"/>
                </a:cubicBezTo>
                <a:cubicBezTo>
                  <a:pt x="176212" y="17057"/>
                  <a:pt x="193270" y="0"/>
                  <a:pt x="214312" y="0"/>
                </a:cubicBezTo>
                <a:cubicBezTo>
                  <a:pt x="235354" y="0"/>
                  <a:pt x="252412" y="17057"/>
                  <a:pt x="252412" y="38100"/>
                </a:cubicBezTo>
                <a:cubicBezTo>
                  <a:pt x="252382" y="40415"/>
                  <a:pt x="252146" y="42722"/>
                  <a:pt x="251707" y="44996"/>
                </a:cubicBezTo>
                <a:cubicBezTo>
                  <a:pt x="262042" y="48963"/>
                  <a:pt x="271686" y="54537"/>
                  <a:pt x="280282" y="61512"/>
                </a:cubicBezTo>
                <a:cubicBezTo>
                  <a:pt x="291271" y="52162"/>
                  <a:pt x="306598" y="49822"/>
                  <a:pt x="319876" y="55465"/>
                </a:cubicBezTo>
                <a:cubicBezTo>
                  <a:pt x="333154" y="61109"/>
                  <a:pt x="342105" y="73769"/>
                  <a:pt x="342999" y="88169"/>
                </a:cubicBezTo>
                <a:cubicBezTo>
                  <a:pt x="343893" y="102570"/>
                  <a:pt x="336575" y="116239"/>
                  <a:pt x="324097" y="123482"/>
                </a:cubicBezTo>
                <a:cubicBezTo>
                  <a:pt x="322086" y="124638"/>
                  <a:pt x="319975" y="125613"/>
                  <a:pt x="317792" y="126396"/>
                </a:cubicBezTo>
                <a:cubicBezTo>
                  <a:pt x="319519" y="137314"/>
                  <a:pt x="319519" y="148435"/>
                  <a:pt x="317792" y="159353"/>
                </a:cubicBezTo>
                <a:cubicBezTo>
                  <a:pt x="319975" y="160136"/>
                  <a:pt x="322086" y="161111"/>
                  <a:pt x="324097" y="162267"/>
                </a:cubicBezTo>
                <a:close/>
                <a:moveTo>
                  <a:pt x="214312" y="124929"/>
                </a:moveTo>
                <a:lnTo>
                  <a:pt x="214312" y="77304"/>
                </a:lnTo>
                <a:moveTo>
                  <a:pt x="204787" y="182079"/>
                </a:moveTo>
                <a:cubicBezTo>
                  <a:pt x="204787" y="187340"/>
                  <a:pt x="209052" y="191604"/>
                  <a:pt x="214312" y="191604"/>
                </a:cubicBezTo>
                <a:cubicBezTo>
                  <a:pt x="219572" y="191604"/>
                  <a:pt x="223837" y="187340"/>
                  <a:pt x="223837" y="182079"/>
                </a:cubicBezTo>
                <a:cubicBezTo>
                  <a:pt x="223837" y="176819"/>
                  <a:pt x="219572" y="172554"/>
                  <a:pt x="214312" y="172554"/>
                </a:cubicBezTo>
                <a:cubicBezTo>
                  <a:pt x="209052" y="172554"/>
                  <a:pt x="204787" y="176819"/>
                  <a:pt x="204787" y="182079"/>
                </a:cubicBezTo>
              </a:path>
            </a:pathLst>
          </a:custGeom>
          <a:noFill/>
          <a:ln w="14287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61650" y="4012409"/>
            <a:ext cx="436662" cy="438084"/>
          </a:xfrm>
          <a:custGeom>
            <a:avLst/>
            <a:gdLst/>
            <a:ahLst/>
            <a:cxnLst/>
            <a:rect l="0" t="0" r="0" b="0"/>
            <a:pathLst>
              <a:path w="436662" h="438084">
                <a:moveTo>
                  <a:pt x="321487" y="385686"/>
                </a:moveTo>
                <a:lnTo>
                  <a:pt x="321487" y="385686"/>
                </a:lnTo>
                <a:moveTo>
                  <a:pt x="321487" y="342823"/>
                </a:moveTo>
                <a:lnTo>
                  <a:pt x="321487" y="285673"/>
                </a:lnTo>
                <a:moveTo>
                  <a:pt x="433768" y="412127"/>
                </a:moveTo>
                <a:cubicBezTo>
                  <a:pt x="436662" y="417628"/>
                  <a:pt x="436438" y="424247"/>
                  <a:pt x="433177" y="429539"/>
                </a:cubicBezTo>
                <a:cubicBezTo>
                  <a:pt x="429877" y="434855"/>
                  <a:pt x="424061" y="438084"/>
                  <a:pt x="417804" y="438073"/>
                </a:cubicBezTo>
                <a:lnTo>
                  <a:pt x="225170" y="438073"/>
                </a:lnTo>
                <a:cubicBezTo>
                  <a:pt x="218914" y="438084"/>
                  <a:pt x="213097" y="434855"/>
                  <a:pt x="209797" y="429539"/>
                </a:cubicBezTo>
                <a:cubicBezTo>
                  <a:pt x="206537" y="424247"/>
                  <a:pt x="206312" y="417628"/>
                  <a:pt x="209207" y="412127"/>
                </a:cubicBezTo>
                <a:lnTo>
                  <a:pt x="305523" y="228523"/>
                </a:lnTo>
                <a:cubicBezTo>
                  <a:pt x="308670" y="222631"/>
                  <a:pt x="314807" y="218951"/>
                  <a:pt x="321487" y="218951"/>
                </a:cubicBezTo>
                <a:cubicBezTo>
                  <a:pt x="328168" y="218951"/>
                  <a:pt x="334305" y="222631"/>
                  <a:pt x="337451" y="228523"/>
                </a:cubicBezTo>
                <a:close/>
                <a:moveTo>
                  <a:pt x="190500" y="323850"/>
                </a:moveTo>
                <a:lnTo>
                  <a:pt x="38100" y="323850"/>
                </a:lnTo>
                <a:cubicBezTo>
                  <a:pt x="17057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lnTo>
                  <a:pt x="323850" y="0"/>
                </a:lnTo>
                <a:cubicBezTo>
                  <a:pt x="344892" y="0"/>
                  <a:pt x="361950" y="17057"/>
                  <a:pt x="361950" y="38100"/>
                </a:cubicBezTo>
                <a:lnTo>
                  <a:pt x="361950" y="171450"/>
                </a:lnTo>
                <a:moveTo>
                  <a:pt x="106165" y="101155"/>
                </a:moveTo>
                <a:lnTo>
                  <a:pt x="65360" y="142760"/>
                </a:lnTo>
                <a:lnTo>
                  <a:pt x="106165" y="184384"/>
                </a:lnTo>
                <a:moveTo>
                  <a:pt x="248869" y="184384"/>
                </a:moveTo>
                <a:lnTo>
                  <a:pt x="289674" y="142760"/>
                </a:lnTo>
                <a:lnTo>
                  <a:pt x="248869" y="101155"/>
                </a:lnTo>
                <a:moveTo>
                  <a:pt x="194005" y="101155"/>
                </a:moveTo>
                <a:lnTo>
                  <a:pt x="152380" y="194786"/>
                </a:lnTo>
              </a:path>
            </a:pathLst>
          </a:custGeom>
          <a:noFill/>
          <a:ln w="14287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143486" y="1785937"/>
            <a:ext cx="2457468" cy="1962150"/>
            <a:chOff x="4057650" y="1238250"/>
            <a:chExt cx="2457468" cy="1962150"/>
          </a:xfrm>
        </p:grpSpPr>
        <p:sp>
          <p:nvSpPr>
            <p:cNvPr id="2" name="Rounded Rectangle 1"/>
            <p:cNvSpPr/>
            <p:nvPr/>
          </p:nvSpPr>
          <p:spPr>
            <a:xfrm>
              <a:off x="4057650" y="1238250"/>
              <a:ext cx="800100" cy="933450"/>
            </a:xfrm>
            <a:custGeom>
              <a:avLst/>
              <a:gdLst/>
              <a:ahLst/>
              <a:cxnLst/>
              <a:rect l="0" t="0" r="0" b="0"/>
              <a:pathLst>
                <a:path w="800100" h="933450">
                  <a:moveTo>
                    <a:pt x="400050" y="933450"/>
                  </a:moveTo>
                  <a:lnTo>
                    <a:pt x="318224" y="791724"/>
                  </a:lnTo>
                  <a:cubicBezTo>
                    <a:pt x="136527" y="753959"/>
                    <a:pt x="0" y="592949"/>
                    <a:pt x="0" y="400050"/>
                  </a:cubicBezTo>
                  <a:cubicBezTo>
                    <a:pt x="0" y="179108"/>
                    <a:pt x="179108" y="0"/>
                    <a:pt x="400050" y="0"/>
                  </a:cubicBezTo>
                  <a:cubicBezTo>
                    <a:pt x="620991" y="0"/>
                    <a:pt x="800100" y="179108"/>
                    <a:pt x="800100" y="400050"/>
                  </a:cubicBezTo>
                  <a:cubicBezTo>
                    <a:pt x="800100" y="592949"/>
                    <a:pt x="663572" y="753959"/>
                    <a:pt x="481875" y="791724"/>
                  </a:cubicBezTo>
                  <a:close/>
                  <a:moveTo>
                    <a:pt x="400050" y="133350"/>
                  </a:moveTo>
                  <a:cubicBezTo>
                    <a:pt x="252755" y="133350"/>
                    <a:pt x="133350" y="252755"/>
                    <a:pt x="133350" y="400050"/>
                  </a:cubicBezTo>
                  <a:cubicBezTo>
                    <a:pt x="133350" y="547344"/>
                    <a:pt x="252755" y="666750"/>
                    <a:pt x="400050" y="666750"/>
                  </a:cubicBezTo>
                  <a:cubicBezTo>
                    <a:pt x="547344" y="666750"/>
                    <a:pt x="666750" y="547344"/>
                    <a:pt x="666750" y="400050"/>
                  </a:cubicBezTo>
                  <a:cubicBezTo>
                    <a:pt x="666750" y="252755"/>
                    <a:pt x="547344" y="133350"/>
                    <a:pt x="400050" y="133350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114818" y="2286000"/>
              <a:ext cx="2400300" cy="914400"/>
            </a:xfrm>
            <a:custGeom>
              <a:avLst/>
              <a:gdLst/>
              <a:ahLst/>
              <a:cxnLst/>
              <a:rect l="0" t="0" r="0" b="0"/>
              <a:pathLst>
                <a:path w="2400300" h="914400">
                  <a:moveTo>
                    <a:pt x="0" y="0"/>
                  </a:moveTo>
                  <a:lnTo>
                    <a:pt x="2171700" y="0"/>
                  </a:lnTo>
                  <a:lnTo>
                    <a:pt x="2400300" y="457200"/>
                  </a:lnTo>
                  <a:lnTo>
                    <a:pt x="2171700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057650" y="1238250"/>
              <a:ext cx="800100" cy="933450"/>
            </a:xfrm>
            <a:custGeom>
              <a:avLst/>
              <a:gdLst/>
              <a:ahLst/>
              <a:cxnLst/>
              <a:rect l="0" t="0" r="0" b="0"/>
              <a:pathLst>
                <a:path w="800100" h="933450">
                  <a:moveTo>
                    <a:pt x="400050" y="933450"/>
                  </a:moveTo>
                  <a:lnTo>
                    <a:pt x="318224" y="791724"/>
                  </a:lnTo>
                  <a:cubicBezTo>
                    <a:pt x="136527" y="753959"/>
                    <a:pt x="0" y="592949"/>
                    <a:pt x="0" y="400050"/>
                  </a:cubicBezTo>
                  <a:cubicBezTo>
                    <a:pt x="0" y="179108"/>
                    <a:pt x="179108" y="0"/>
                    <a:pt x="400050" y="0"/>
                  </a:cubicBezTo>
                  <a:cubicBezTo>
                    <a:pt x="620991" y="0"/>
                    <a:pt x="800100" y="179108"/>
                    <a:pt x="800100" y="400050"/>
                  </a:cubicBezTo>
                  <a:cubicBezTo>
                    <a:pt x="800100" y="592949"/>
                    <a:pt x="663572" y="753959"/>
                    <a:pt x="481875" y="791724"/>
                  </a:cubicBezTo>
                  <a:close/>
                  <a:moveTo>
                    <a:pt x="400050" y="133350"/>
                  </a:moveTo>
                  <a:cubicBezTo>
                    <a:pt x="252755" y="133350"/>
                    <a:pt x="133350" y="252755"/>
                    <a:pt x="133350" y="400050"/>
                  </a:cubicBezTo>
                  <a:cubicBezTo>
                    <a:pt x="133350" y="547344"/>
                    <a:pt x="252755" y="666750"/>
                    <a:pt x="400050" y="666750"/>
                  </a:cubicBezTo>
                  <a:cubicBezTo>
                    <a:pt x="547344" y="666750"/>
                    <a:pt x="666750" y="547344"/>
                    <a:pt x="666750" y="400050"/>
                  </a:cubicBezTo>
                  <a:cubicBezTo>
                    <a:pt x="666750" y="252755"/>
                    <a:pt x="547344" y="133350"/>
                    <a:pt x="400050" y="13335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114818" y="2286000"/>
              <a:ext cx="2400300" cy="914400"/>
            </a:xfrm>
            <a:custGeom>
              <a:avLst/>
              <a:gdLst/>
              <a:ahLst/>
              <a:cxnLst/>
              <a:rect l="0" t="0" r="0" b="0"/>
              <a:pathLst>
                <a:path w="2400300" h="914400">
                  <a:moveTo>
                    <a:pt x="0" y="0"/>
                  </a:moveTo>
                  <a:lnTo>
                    <a:pt x="2171700" y="0"/>
                  </a:lnTo>
                  <a:lnTo>
                    <a:pt x="2400300" y="457200"/>
                  </a:lnTo>
                  <a:lnTo>
                    <a:pt x="2171700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428986" y="2814637"/>
            <a:ext cx="2228859" cy="1962150"/>
            <a:chOff x="2343150" y="2266950"/>
            <a:chExt cx="2228859" cy="1962150"/>
          </a:xfrm>
        </p:grpSpPr>
        <p:sp>
          <p:nvSpPr>
            <p:cNvPr id="7" name="Rounded Rectangle 6"/>
            <p:cNvSpPr/>
            <p:nvPr/>
          </p:nvSpPr>
          <p:spPr>
            <a:xfrm>
              <a:off x="2343150" y="2266950"/>
              <a:ext cx="800100" cy="933450"/>
            </a:xfrm>
            <a:custGeom>
              <a:avLst/>
              <a:gdLst/>
              <a:ahLst/>
              <a:cxnLst/>
              <a:rect l="0" t="0" r="0" b="0"/>
              <a:pathLst>
                <a:path w="800100" h="933450">
                  <a:moveTo>
                    <a:pt x="400050" y="933450"/>
                  </a:moveTo>
                  <a:lnTo>
                    <a:pt x="318224" y="791724"/>
                  </a:lnTo>
                  <a:cubicBezTo>
                    <a:pt x="136527" y="753959"/>
                    <a:pt x="0" y="592949"/>
                    <a:pt x="0" y="400050"/>
                  </a:cubicBezTo>
                  <a:cubicBezTo>
                    <a:pt x="0" y="179108"/>
                    <a:pt x="179108" y="0"/>
                    <a:pt x="400050" y="0"/>
                  </a:cubicBezTo>
                  <a:cubicBezTo>
                    <a:pt x="620991" y="0"/>
                    <a:pt x="800100" y="179108"/>
                    <a:pt x="800100" y="400050"/>
                  </a:cubicBezTo>
                  <a:cubicBezTo>
                    <a:pt x="800100" y="592949"/>
                    <a:pt x="663572" y="753959"/>
                    <a:pt x="481875" y="791724"/>
                  </a:cubicBezTo>
                  <a:close/>
                  <a:moveTo>
                    <a:pt x="400050" y="133350"/>
                  </a:moveTo>
                  <a:cubicBezTo>
                    <a:pt x="252755" y="133350"/>
                    <a:pt x="133350" y="252755"/>
                    <a:pt x="133350" y="400050"/>
                  </a:cubicBezTo>
                  <a:cubicBezTo>
                    <a:pt x="133350" y="547344"/>
                    <a:pt x="252755" y="666750"/>
                    <a:pt x="400050" y="666750"/>
                  </a:cubicBezTo>
                  <a:cubicBezTo>
                    <a:pt x="547344" y="666750"/>
                    <a:pt x="666750" y="547344"/>
                    <a:pt x="666750" y="400050"/>
                  </a:cubicBezTo>
                  <a:cubicBezTo>
                    <a:pt x="666750" y="252755"/>
                    <a:pt x="547344" y="133350"/>
                    <a:pt x="400050" y="133350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400309" y="3314700"/>
              <a:ext cx="2171700" cy="914400"/>
            </a:xfrm>
            <a:custGeom>
              <a:avLst/>
              <a:gdLst/>
              <a:ahLst/>
              <a:cxnLst/>
              <a:rect l="0" t="0" r="0" b="0"/>
              <a:pathLst>
                <a:path w="2171700" h="914400">
                  <a:moveTo>
                    <a:pt x="0" y="0"/>
                  </a:moveTo>
                  <a:lnTo>
                    <a:pt x="2171700" y="0"/>
                  </a:lnTo>
                  <a:lnTo>
                    <a:pt x="2171700" y="533400"/>
                  </a:lnTo>
                  <a:lnTo>
                    <a:pt x="2171700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114800" y="3200400"/>
              <a:ext cx="457200" cy="114300"/>
            </a:xfrm>
            <a:custGeom>
              <a:avLst/>
              <a:gdLst/>
              <a:ahLst/>
              <a:cxnLst/>
              <a:rect l="0" t="0" r="0" b="0"/>
              <a:pathLst>
                <a:path w="457200" h="114300">
                  <a:moveTo>
                    <a:pt x="342900" y="0"/>
                  </a:moveTo>
                  <a:lnTo>
                    <a:pt x="457200" y="114300"/>
                  </a:ln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343150" y="2266950"/>
              <a:ext cx="800100" cy="933450"/>
            </a:xfrm>
            <a:custGeom>
              <a:avLst/>
              <a:gdLst/>
              <a:ahLst/>
              <a:cxnLst/>
              <a:rect l="0" t="0" r="0" b="0"/>
              <a:pathLst>
                <a:path w="800100" h="933450">
                  <a:moveTo>
                    <a:pt x="400050" y="933450"/>
                  </a:moveTo>
                  <a:lnTo>
                    <a:pt x="318224" y="791724"/>
                  </a:lnTo>
                  <a:cubicBezTo>
                    <a:pt x="136527" y="753959"/>
                    <a:pt x="0" y="592949"/>
                    <a:pt x="0" y="400050"/>
                  </a:cubicBezTo>
                  <a:cubicBezTo>
                    <a:pt x="0" y="179108"/>
                    <a:pt x="179108" y="0"/>
                    <a:pt x="400050" y="0"/>
                  </a:cubicBezTo>
                  <a:cubicBezTo>
                    <a:pt x="620991" y="0"/>
                    <a:pt x="800100" y="179108"/>
                    <a:pt x="800100" y="400050"/>
                  </a:cubicBezTo>
                  <a:cubicBezTo>
                    <a:pt x="800100" y="592949"/>
                    <a:pt x="663572" y="753959"/>
                    <a:pt x="481875" y="791724"/>
                  </a:cubicBezTo>
                  <a:close/>
                  <a:moveTo>
                    <a:pt x="400050" y="133350"/>
                  </a:moveTo>
                  <a:cubicBezTo>
                    <a:pt x="252755" y="133350"/>
                    <a:pt x="133350" y="252755"/>
                    <a:pt x="133350" y="400050"/>
                  </a:cubicBezTo>
                  <a:cubicBezTo>
                    <a:pt x="133350" y="547344"/>
                    <a:pt x="252755" y="666750"/>
                    <a:pt x="400050" y="666750"/>
                  </a:cubicBezTo>
                  <a:cubicBezTo>
                    <a:pt x="547344" y="666750"/>
                    <a:pt x="666750" y="547344"/>
                    <a:pt x="666750" y="400050"/>
                  </a:cubicBezTo>
                  <a:cubicBezTo>
                    <a:pt x="666750" y="252755"/>
                    <a:pt x="547344" y="133350"/>
                    <a:pt x="400050" y="13335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400309" y="3314700"/>
              <a:ext cx="2171700" cy="914400"/>
            </a:xfrm>
            <a:custGeom>
              <a:avLst/>
              <a:gdLst/>
              <a:ahLst/>
              <a:cxnLst/>
              <a:rect l="0" t="0" r="0" b="0"/>
              <a:pathLst>
                <a:path w="2171700" h="914400">
                  <a:moveTo>
                    <a:pt x="0" y="0"/>
                  </a:moveTo>
                  <a:lnTo>
                    <a:pt x="2171700" y="0"/>
                  </a:lnTo>
                  <a:lnTo>
                    <a:pt x="2171700" y="533400"/>
                  </a:lnTo>
                  <a:lnTo>
                    <a:pt x="2171700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114800" y="3200400"/>
              <a:ext cx="457200" cy="114300"/>
            </a:xfrm>
            <a:custGeom>
              <a:avLst/>
              <a:gdLst/>
              <a:ahLst/>
              <a:cxnLst/>
              <a:rect l="0" t="0" r="0" b="0"/>
              <a:pathLst>
                <a:path w="457200" h="114300">
                  <a:moveTo>
                    <a:pt x="342900" y="0"/>
                  </a:moveTo>
                  <a:lnTo>
                    <a:pt x="457200" y="114300"/>
                  </a:ln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43045" y="3843337"/>
            <a:ext cx="2400300" cy="1962150"/>
            <a:chOff x="457209" y="3295650"/>
            <a:chExt cx="2400300" cy="1962150"/>
          </a:xfrm>
        </p:grpSpPr>
        <p:sp>
          <p:nvSpPr>
            <p:cNvPr id="14" name="Rounded Rectangle 13"/>
            <p:cNvSpPr/>
            <p:nvPr/>
          </p:nvSpPr>
          <p:spPr>
            <a:xfrm>
              <a:off x="628649" y="3295650"/>
              <a:ext cx="800100" cy="933450"/>
            </a:xfrm>
            <a:custGeom>
              <a:avLst/>
              <a:gdLst/>
              <a:ahLst/>
              <a:cxnLst/>
              <a:rect l="0" t="0" r="0" b="0"/>
              <a:pathLst>
                <a:path w="800100" h="933450">
                  <a:moveTo>
                    <a:pt x="400050" y="933450"/>
                  </a:moveTo>
                  <a:lnTo>
                    <a:pt x="318224" y="791724"/>
                  </a:lnTo>
                  <a:cubicBezTo>
                    <a:pt x="136527" y="753959"/>
                    <a:pt x="0" y="592949"/>
                    <a:pt x="0" y="400050"/>
                  </a:cubicBezTo>
                  <a:cubicBezTo>
                    <a:pt x="0" y="179108"/>
                    <a:pt x="179108" y="0"/>
                    <a:pt x="400050" y="0"/>
                  </a:cubicBezTo>
                  <a:cubicBezTo>
                    <a:pt x="620991" y="0"/>
                    <a:pt x="800100" y="179108"/>
                    <a:pt x="800100" y="400050"/>
                  </a:cubicBezTo>
                  <a:cubicBezTo>
                    <a:pt x="800100" y="592949"/>
                    <a:pt x="663572" y="753959"/>
                    <a:pt x="481875" y="791724"/>
                  </a:cubicBezTo>
                  <a:close/>
                  <a:moveTo>
                    <a:pt x="400050" y="133350"/>
                  </a:moveTo>
                  <a:cubicBezTo>
                    <a:pt x="252755" y="133350"/>
                    <a:pt x="133350" y="252755"/>
                    <a:pt x="133350" y="400050"/>
                  </a:cubicBezTo>
                  <a:cubicBezTo>
                    <a:pt x="133350" y="547344"/>
                    <a:pt x="252755" y="666750"/>
                    <a:pt x="400050" y="666750"/>
                  </a:cubicBezTo>
                  <a:cubicBezTo>
                    <a:pt x="547344" y="666750"/>
                    <a:pt x="666750" y="547344"/>
                    <a:pt x="666750" y="400050"/>
                  </a:cubicBezTo>
                  <a:cubicBezTo>
                    <a:pt x="666750" y="252755"/>
                    <a:pt x="547344" y="133350"/>
                    <a:pt x="400050" y="133350"/>
                  </a:cubicBezTo>
                  <a:close/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57209" y="4343400"/>
              <a:ext cx="2400300" cy="914400"/>
            </a:xfrm>
            <a:custGeom>
              <a:avLst/>
              <a:gdLst/>
              <a:ahLst/>
              <a:cxnLst/>
              <a:rect l="0" t="0" r="0" b="0"/>
              <a:pathLst>
                <a:path w="2400300" h="914400">
                  <a:moveTo>
                    <a:pt x="0" y="0"/>
                  </a:moveTo>
                  <a:lnTo>
                    <a:pt x="2400300" y="0"/>
                  </a:lnTo>
                  <a:lnTo>
                    <a:pt x="2400300" y="533400"/>
                  </a:lnTo>
                  <a:lnTo>
                    <a:pt x="2400300" y="914400"/>
                  </a:lnTo>
                  <a:lnTo>
                    <a:pt x="0" y="914400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400299" y="4229100"/>
              <a:ext cx="457200" cy="114300"/>
            </a:xfrm>
            <a:custGeom>
              <a:avLst/>
              <a:gdLst/>
              <a:ahLst/>
              <a:cxnLst/>
              <a:rect l="0" t="0" r="0" b="0"/>
              <a:pathLst>
                <a:path w="457200" h="114300">
                  <a:moveTo>
                    <a:pt x="342900" y="0"/>
                  </a:moveTo>
                  <a:lnTo>
                    <a:pt x="457200" y="114300"/>
                  </a:ln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28649" y="3295650"/>
              <a:ext cx="800100" cy="933450"/>
            </a:xfrm>
            <a:custGeom>
              <a:avLst/>
              <a:gdLst/>
              <a:ahLst/>
              <a:cxnLst/>
              <a:rect l="0" t="0" r="0" b="0"/>
              <a:pathLst>
                <a:path w="800100" h="933450">
                  <a:moveTo>
                    <a:pt x="400050" y="933450"/>
                  </a:moveTo>
                  <a:lnTo>
                    <a:pt x="318224" y="791724"/>
                  </a:lnTo>
                  <a:cubicBezTo>
                    <a:pt x="136527" y="753959"/>
                    <a:pt x="0" y="592949"/>
                    <a:pt x="0" y="400050"/>
                  </a:cubicBezTo>
                  <a:cubicBezTo>
                    <a:pt x="0" y="179108"/>
                    <a:pt x="179108" y="0"/>
                    <a:pt x="400050" y="0"/>
                  </a:cubicBezTo>
                  <a:cubicBezTo>
                    <a:pt x="620991" y="0"/>
                    <a:pt x="800100" y="179108"/>
                    <a:pt x="800100" y="400050"/>
                  </a:cubicBezTo>
                  <a:cubicBezTo>
                    <a:pt x="800100" y="592949"/>
                    <a:pt x="663572" y="753959"/>
                    <a:pt x="481875" y="791724"/>
                  </a:cubicBezTo>
                  <a:close/>
                  <a:moveTo>
                    <a:pt x="400050" y="133350"/>
                  </a:moveTo>
                  <a:cubicBezTo>
                    <a:pt x="252755" y="133350"/>
                    <a:pt x="133350" y="252755"/>
                    <a:pt x="133350" y="400050"/>
                  </a:cubicBezTo>
                  <a:cubicBezTo>
                    <a:pt x="133350" y="547344"/>
                    <a:pt x="252755" y="666750"/>
                    <a:pt x="400050" y="666750"/>
                  </a:cubicBezTo>
                  <a:cubicBezTo>
                    <a:pt x="547344" y="666750"/>
                    <a:pt x="666750" y="547344"/>
                    <a:pt x="666750" y="400050"/>
                  </a:cubicBezTo>
                  <a:cubicBezTo>
                    <a:pt x="666750" y="252755"/>
                    <a:pt x="547344" y="133350"/>
                    <a:pt x="400050" y="13335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7209" y="4343400"/>
              <a:ext cx="2400300" cy="914400"/>
            </a:xfrm>
            <a:custGeom>
              <a:avLst/>
              <a:gdLst/>
              <a:ahLst/>
              <a:cxnLst/>
              <a:rect l="0" t="0" r="0" b="0"/>
              <a:pathLst>
                <a:path w="2400300" h="914400">
                  <a:moveTo>
                    <a:pt x="0" y="0"/>
                  </a:moveTo>
                  <a:lnTo>
                    <a:pt x="2400300" y="0"/>
                  </a:lnTo>
                  <a:lnTo>
                    <a:pt x="2400300" y="533400"/>
                  </a:lnTo>
                  <a:lnTo>
                    <a:pt x="2400300" y="914400"/>
                  </a:lnTo>
                  <a:lnTo>
                    <a:pt x="0" y="914400"/>
                  </a:lnTo>
                  <a:lnTo>
                    <a:pt x="228600" y="4572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400299" y="4229100"/>
              <a:ext cx="457200" cy="114300"/>
            </a:xfrm>
            <a:custGeom>
              <a:avLst/>
              <a:gdLst/>
              <a:ahLst/>
              <a:cxnLst/>
              <a:rect l="0" t="0" r="0" b="0"/>
              <a:pathLst>
                <a:path w="457200" h="114300">
                  <a:moveTo>
                    <a:pt x="342900" y="0"/>
                  </a:moveTo>
                  <a:lnTo>
                    <a:pt x="457200" y="114300"/>
                  </a:ln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206071" y="1052512"/>
            <a:ext cx="521493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Remove Database dependency for SMS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535" y="3143249"/>
            <a:ext cx="185737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486" y="3076574"/>
            <a:ext cx="1171575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Deliver SMS
OTP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7035" y="4171949"/>
            <a:ext cx="185737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0986" y="4105274"/>
            <a:ext cx="1300162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Integrate with
sinch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2535" y="5200649"/>
            <a:ext cx="185737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6486" y="5133974"/>
            <a:ext cx="957262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Roboto"/>
              </a:rPr>
              <a:t>Enhance
AE/AEMQ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79235" y="2028824"/>
            <a:ext cx="328616" cy="314328"/>
          </a:xfrm>
          <a:custGeom>
            <a:avLst/>
            <a:gdLst/>
            <a:ahLst/>
            <a:cxnLst/>
            <a:rect l="0" t="0" r="0" b="0"/>
            <a:pathLst>
              <a:path w="328616" h="314328">
                <a:moveTo>
                  <a:pt x="142878" y="242887"/>
                </a:moveTo>
                <a:lnTo>
                  <a:pt x="141764" y="286864"/>
                </a:lnTo>
                <a:cubicBezTo>
                  <a:pt x="141764" y="302030"/>
                  <a:pt x="129469" y="314325"/>
                  <a:pt x="114303" y="314325"/>
                </a:cubicBezTo>
                <a:lnTo>
                  <a:pt x="27464" y="314325"/>
                </a:lnTo>
                <a:cubicBezTo>
                  <a:pt x="20180" y="314328"/>
                  <a:pt x="13193" y="311436"/>
                  <a:pt x="8042" y="306286"/>
                </a:cubicBezTo>
                <a:cubicBezTo>
                  <a:pt x="2891" y="301135"/>
                  <a:pt x="0" y="294148"/>
                  <a:pt x="3" y="286864"/>
                </a:cubicBezTo>
                <a:lnTo>
                  <a:pt x="3" y="113185"/>
                </a:lnTo>
                <a:cubicBezTo>
                  <a:pt x="0" y="105901"/>
                  <a:pt x="2891" y="98914"/>
                  <a:pt x="8042" y="93763"/>
                </a:cubicBezTo>
                <a:cubicBezTo>
                  <a:pt x="13193" y="88613"/>
                  <a:pt x="20180" y="85721"/>
                  <a:pt x="27464" y="85724"/>
                </a:cubicBezTo>
                <a:lnTo>
                  <a:pt x="60725" y="85724"/>
                </a:lnTo>
                <a:moveTo>
                  <a:pt x="141764" y="271462"/>
                </a:moveTo>
                <a:lnTo>
                  <a:pt x="3" y="271462"/>
                </a:lnTo>
                <a:moveTo>
                  <a:pt x="121447" y="0"/>
                </a:moveTo>
                <a:lnTo>
                  <a:pt x="300041" y="0"/>
                </a:lnTo>
                <a:cubicBezTo>
                  <a:pt x="315822" y="0"/>
                  <a:pt x="328616" y="12793"/>
                  <a:pt x="328616" y="28575"/>
                </a:cubicBezTo>
                <a:lnTo>
                  <a:pt x="328616" y="128587"/>
                </a:lnTo>
                <a:cubicBezTo>
                  <a:pt x="328616" y="144369"/>
                  <a:pt x="315822" y="157162"/>
                  <a:pt x="300041" y="157162"/>
                </a:cubicBezTo>
                <a:lnTo>
                  <a:pt x="192885" y="157162"/>
                </a:lnTo>
                <a:lnTo>
                  <a:pt x="135735" y="207168"/>
                </a:lnTo>
                <a:lnTo>
                  <a:pt x="135735" y="157162"/>
                </a:lnTo>
                <a:lnTo>
                  <a:pt x="121447" y="157162"/>
                </a:lnTo>
                <a:cubicBezTo>
                  <a:pt x="105665" y="157162"/>
                  <a:pt x="92872" y="144369"/>
                  <a:pt x="92872" y="128587"/>
                </a:cubicBezTo>
                <a:lnTo>
                  <a:pt x="92872" y="28575"/>
                </a:lnTo>
                <a:cubicBezTo>
                  <a:pt x="92872" y="12793"/>
                  <a:pt x="105665" y="0"/>
                  <a:pt x="121447" y="0"/>
                </a:cubicBezTo>
                <a:close/>
                <a:moveTo>
                  <a:pt x="170539" y="71294"/>
                </a:moveTo>
                <a:cubicBezTo>
                  <a:pt x="170539" y="59600"/>
                  <a:pt x="161059" y="50120"/>
                  <a:pt x="149365" y="50120"/>
                </a:cubicBezTo>
                <a:cubicBezTo>
                  <a:pt x="137671" y="50120"/>
                  <a:pt x="128191" y="59600"/>
                  <a:pt x="128191" y="71294"/>
                </a:cubicBezTo>
                <a:lnTo>
                  <a:pt x="128191" y="89539"/>
                </a:lnTo>
                <a:cubicBezTo>
                  <a:pt x="128191" y="101233"/>
                  <a:pt x="137671" y="110713"/>
                  <a:pt x="149365" y="110713"/>
                </a:cubicBezTo>
                <a:cubicBezTo>
                  <a:pt x="161059" y="110713"/>
                  <a:pt x="170539" y="101233"/>
                  <a:pt x="170539" y="89539"/>
                </a:cubicBezTo>
                <a:close/>
                <a:moveTo>
                  <a:pt x="294783" y="68494"/>
                </a:moveTo>
                <a:lnTo>
                  <a:pt x="294783" y="68494"/>
                </a:lnTo>
                <a:cubicBezTo>
                  <a:pt x="294783" y="58346"/>
                  <a:pt x="286557" y="50120"/>
                  <a:pt x="276409" y="50120"/>
                </a:cubicBezTo>
                <a:lnTo>
                  <a:pt x="252435" y="50120"/>
                </a:lnTo>
                <a:lnTo>
                  <a:pt x="252435" y="86853"/>
                </a:lnTo>
                <a:lnTo>
                  <a:pt x="276409" y="86853"/>
                </a:lnTo>
                <a:cubicBezTo>
                  <a:pt x="286551" y="86853"/>
                  <a:pt x="294775" y="78636"/>
                  <a:pt x="294783" y="68494"/>
                </a:cubicBezTo>
                <a:close/>
                <a:moveTo>
                  <a:pt x="252435" y="110713"/>
                </a:moveTo>
                <a:lnTo>
                  <a:pt x="252435" y="86853"/>
                </a:lnTo>
                <a:moveTo>
                  <a:pt x="229318" y="50120"/>
                </a:moveTo>
                <a:lnTo>
                  <a:pt x="186970" y="50120"/>
                </a:lnTo>
                <a:moveTo>
                  <a:pt x="208144" y="50120"/>
                </a:moveTo>
                <a:lnTo>
                  <a:pt x="208144" y="110713"/>
                </a:lnTo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68382" y="3053952"/>
            <a:ext cx="321283" cy="321468"/>
          </a:xfrm>
          <a:custGeom>
            <a:avLst/>
            <a:gdLst/>
            <a:ahLst/>
            <a:cxnLst/>
            <a:rect l="0" t="0" r="0" b="0"/>
            <a:pathLst>
              <a:path w="321283" h="321468">
                <a:moveTo>
                  <a:pt x="92440" y="151490"/>
                </a:moveTo>
                <a:lnTo>
                  <a:pt x="92440" y="172921"/>
                </a:lnTo>
                <a:cubicBezTo>
                  <a:pt x="92440" y="188703"/>
                  <a:pt x="105233" y="201496"/>
                  <a:pt x="121015" y="201496"/>
                </a:cubicBezTo>
                <a:lnTo>
                  <a:pt x="163877" y="201496"/>
                </a:lnTo>
                <a:moveTo>
                  <a:pt x="138874" y="172921"/>
                </a:moveTo>
                <a:lnTo>
                  <a:pt x="163877" y="201496"/>
                </a:lnTo>
                <a:lnTo>
                  <a:pt x="138874" y="230071"/>
                </a:lnTo>
                <a:moveTo>
                  <a:pt x="100012" y="292893"/>
                </a:moveTo>
                <a:lnTo>
                  <a:pt x="14287" y="292893"/>
                </a:lnTo>
                <a:cubicBezTo>
                  <a:pt x="6396" y="292893"/>
                  <a:pt x="0" y="286497"/>
                  <a:pt x="0" y="278606"/>
                </a:cubicBezTo>
                <a:lnTo>
                  <a:pt x="0" y="14287"/>
                </a:lnTo>
                <a:cubicBezTo>
                  <a:pt x="0" y="6396"/>
                  <a:pt x="6396" y="0"/>
                  <a:pt x="14287" y="0"/>
                </a:cubicBezTo>
                <a:lnTo>
                  <a:pt x="171450" y="0"/>
                </a:lnTo>
                <a:cubicBezTo>
                  <a:pt x="179340" y="0"/>
                  <a:pt x="185737" y="6396"/>
                  <a:pt x="185737" y="14287"/>
                </a:cubicBezTo>
                <a:lnTo>
                  <a:pt x="185737" y="78581"/>
                </a:lnTo>
                <a:moveTo>
                  <a:pt x="71480" y="71437"/>
                </a:moveTo>
                <a:cubicBezTo>
                  <a:pt x="71480" y="83273"/>
                  <a:pt x="81075" y="92868"/>
                  <a:pt x="92911" y="92868"/>
                </a:cubicBezTo>
                <a:cubicBezTo>
                  <a:pt x="104747" y="92868"/>
                  <a:pt x="114342" y="83273"/>
                  <a:pt x="114342" y="71437"/>
                </a:cubicBezTo>
                <a:cubicBezTo>
                  <a:pt x="114342" y="59601"/>
                  <a:pt x="104747" y="50006"/>
                  <a:pt x="92911" y="50006"/>
                </a:cubicBezTo>
                <a:cubicBezTo>
                  <a:pt x="81075" y="50006"/>
                  <a:pt x="71480" y="59601"/>
                  <a:pt x="71480" y="71437"/>
                </a:cubicBezTo>
                <a:moveTo>
                  <a:pt x="221270" y="128587"/>
                </a:moveTo>
                <a:lnTo>
                  <a:pt x="299851" y="128587"/>
                </a:lnTo>
                <a:cubicBezTo>
                  <a:pt x="299851" y="128587"/>
                  <a:pt x="321283" y="128587"/>
                  <a:pt x="321283" y="150018"/>
                </a:cubicBezTo>
                <a:lnTo>
                  <a:pt x="321283" y="300037"/>
                </a:lnTo>
                <a:cubicBezTo>
                  <a:pt x="321283" y="300037"/>
                  <a:pt x="321283" y="321468"/>
                  <a:pt x="299851" y="321468"/>
                </a:cubicBezTo>
                <a:lnTo>
                  <a:pt x="221270" y="321468"/>
                </a:lnTo>
                <a:cubicBezTo>
                  <a:pt x="221270" y="321468"/>
                  <a:pt x="199839" y="321468"/>
                  <a:pt x="199839" y="300037"/>
                </a:cubicBezTo>
                <a:lnTo>
                  <a:pt x="199839" y="150018"/>
                </a:lnTo>
                <a:cubicBezTo>
                  <a:pt x="199839" y="150018"/>
                  <a:pt x="199839" y="128587"/>
                  <a:pt x="221270" y="128587"/>
                </a:cubicBezTo>
                <a:moveTo>
                  <a:pt x="321283" y="264318"/>
                </a:moveTo>
                <a:lnTo>
                  <a:pt x="199839" y="264318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943095" y="4071937"/>
            <a:ext cx="330755" cy="331648"/>
          </a:xfrm>
          <a:custGeom>
            <a:avLst/>
            <a:gdLst/>
            <a:ahLst/>
            <a:cxnLst/>
            <a:rect l="0" t="0" r="0" b="0"/>
            <a:pathLst>
              <a:path w="330755" h="331648">
                <a:moveTo>
                  <a:pt x="130730" y="58400"/>
                </a:moveTo>
                <a:lnTo>
                  <a:pt x="130730" y="25539"/>
                </a:lnTo>
                <a:cubicBezTo>
                  <a:pt x="130730" y="16966"/>
                  <a:pt x="136445" y="11251"/>
                  <a:pt x="145018" y="11251"/>
                </a:cubicBezTo>
                <a:lnTo>
                  <a:pt x="282178" y="11251"/>
                </a:lnTo>
                <a:cubicBezTo>
                  <a:pt x="285035" y="11251"/>
                  <a:pt x="289321" y="12680"/>
                  <a:pt x="290750" y="14109"/>
                </a:cubicBezTo>
                <a:lnTo>
                  <a:pt x="325040" y="42684"/>
                </a:lnTo>
                <a:cubicBezTo>
                  <a:pt x="327898" y="45541"/>
                  <a:pt x="330755" y="49827"/>
                  <a:pt x="330755" y="54114"/>
                </a:cubicBezTo>
                <a:lnTo>
                  <a:pt x="330755" y="232707"/>
                </a:lnTo>
                <a:cubicBezTo>
                  <a:pt x="330755" y="241280"/>
                  <a:pt x="325040" y="246995"/>
                  <a:pt x="316468" y="246995"/>
                </a:cubicBezTo>
                <a:lnTo>
                  <a:pt x="209311" y="246995"/>
                </a:lnTo>
                <a:moveTo>
                  <a:pt x="0" y="0"/>
                </a:moveTo>
                <a:moveTo>
                  <a:pt x="187880" y="71258"/>
                </a:moveTo>
                <a:lnTo>
                  <a:pt x="166449" y="92690"/>
                </a:lnTo>
                <a:lnTo>
                  <a:pt x="187880" y="114121"/>
                </a:lnTo>
                <a:moveTo>
                  <a:pt x="0" y="0"/>
                </a:moveTo>
                <a:moveTo>
                  <a:pt x="273605" y="114121"/>
                </a:moveTo>
                <a:lnTo>
                  <a:pt x="295036" y="92690"/>
                </a:lnTo>
                <a:lnTo>
                  <a:pt x="273605" y="71258"/>
                </a:lnTo>
                <a:moveTo>
                  <a:pt x="0" y="0"/>
                </a:moveTo>
                <a:moveTo>
                  <a:pt x="245030" y="56971"/>
                </a:moveTo>
                <a:lnTo>
                  <a:pt x="216455" y="121265"/>
                </a:lnTo>
                <a:moveTo>
                  <a:pt x="12143" y="331648"/>
                </a:moveTo>
                <a:cubicBezTo>
                  <a:pt x="25002" y="294501"/>
                  <a:pt x="62150" y="267354"/>
                  <a:pt x="103584" y="267354"/>
                </a:cubicBezTo>
                <a:cubicBezTo>
                  <a:pt x="145018" y="267354"/>
                  <a:pt x="180736" y="294501"/>
                  <a:pt x="193595" y="331648"/>
                </a:cubicBezTo>
                <a:moveTo>
                  <a:pt x="102155" y="95904"/>
                </a:moveTo>
                <a:lnTo>
                  <a:pt x="102155" y="138767"/>
                </a:lnTo>
                <a:moveTo>
                  <a:pt x="180735" y="180201"/>
                </a:moveTo>
                <a:lnTo>
                  <a:pt x="23572" y="180201"/>
                </a:lnTo>
                <a:moveTo>
                  <a:pt x="43575" y="167342"/>
                </a:moveTo>
                <a:cubicBezTo>
                  <a:pt x="45004" y="135909"/>
                  <a:pt x="70721" y="110192"/>
                  <a:pt x="102154" y="110192"/>
                </a:cubicBezTo>
                <a:cubicBezTo>
                  <a:pt x="135015" y="110192"/>
                  <a:pt x="160732" y="135909"/>
                  <a:pt x="160732" y="168771"/>
                </a:cubicBezTo>
                <a:lnTo>
                  <a:pt x="160732" y="194488"/>
                </a:lnTo>
                <a:cubicBezTo>
                  <a:pt x="160732" y="227349"/>
                  <a:pt x="135015" y="253067"/>
                  <a:pt x="102154" y="253067"/>
                </a:cubicBezTo>
                <a:cubicBezTo>
                  <a:pt x="70721" y="253067"/>
                  <a:pt x="45004" y="227349"/>
                  <a:pt x="43575" y="195917"/>
                </a:cubicBezTo>
                <a:close/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</Words>
  <Application>Microsoft Macintosh PowerPoint</Application>
  <PresentationFormat>On-screen Show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Roboto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Sekhar Javalkar</cp:lastModifiedBy>
  <cp:revision>2</cp:revision>
  <dcterms:created xsi:type="dcterms:W3CDTF">2013-01-27T09:14:16Z</dcterms:created>
  <dcterms:modified xsi:type="dcterms:W3CDTF">2025-06-20T04:55:03Z</dcterms:modified>
  <cp:category/>
</cp:coreProperties>
</file>