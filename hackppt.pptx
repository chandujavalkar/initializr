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4" r:id="rId11"/>
    <p:sldId id="265" r:id="rId12"/>
    <p:sldId id="262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274B3-C870-2481-FC67-1764F09F6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2B531-9453-4457-386B-BBDF0C7E9D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105E-3C05-252E-EF59-47B27D63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3D27F-4AAA-4F1D-BBF8-826CB9FE9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48A2D-2D95-842A-F900-1DD2B09C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475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5144-796A-0790-55BC-B5374CC5A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4EA8C-1DE4-15D3-C86F-E7EFF3EA4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31DDF-0C92-62F9-D506-3753DDDE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37B72-952E-604A-532E-48C46F956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CE77D-E401-1F42-1E2D-CC0C7F5C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6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347D-E66E-B2C3-B57D-921EC088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DE41A-AD95-2C9D-E4ED-7CC6485C2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D0BC6-7236-7DE7-E333-4F0721DA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06242-0289-9EF1-3CDD-0263D3976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7FF21-EC22-AC36-4068-FE0C65673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7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17EBC-A2F5-41CA-BA2E-F1945B3B4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47E7B-3C2B-2AC3-3909-1C68085CCE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AAB22-5CD5-A8A0-268C-1E4DCADF4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4E99D-AA59-4608-E66E-0226B967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DB14B-AA8D-89A5-6163-FD618976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4642C-25FF-9703-F1A0-F638AD69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3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80F6-779B-5449-E226-7005CE5B1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1DD90-746E-39CE-ED4B-C7783DD63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A18E9-54D6-91EB-E6B5-4A0FCFEA5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70917-B7A5-F9FC-4063-9199EB94E3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0C72BC-691D-9F92-23C7-5FA703A46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E128C-FDA8-3E5D-1FB3-E26D2128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EF59A-5AFA-EA40-5A03-08FEFCF29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38182-CEF6-5303-2023-88818AA5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520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74E4-EF5D-8411-B83A-AA8D88DF1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27A3C-3A7D-481E-81AB-F16ABA74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D63F7-57D2-581F-E607-04CC00C9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24D2B-C368-A902-9966-2301DC728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4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95C75-808D-8EA5-5195-02A51D8E8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5EB8D-288A-B83E-15D7-BFABE018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A6382-6C76-6DAF-DF99-73EDB10F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3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62D89-F68D-4234-0BEA-BCC9FC194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C8A06-AC93-7697-8170-BB08C5A77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6BDCE-59FE-1528-3161-31E3FCD28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47B7D-294E-0056-98CE-24E0EF85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CF94D-84E7-F498-2601-80F521C77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9295D-2D6E-26D8-D390-A3B5A98C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195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F671-1C93-D358-42FB-2010BA5B7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D9A649-57A4-6E61-3E6B-7C8F0D87A1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851B5-E48B-16EF-2FCE-F9BCE45FC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B78145-83B2-7B2D-0B8B-101032DF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F9302-F3B9-7F08-9C11-DAD290FF4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3F5F1-08D1-4DC9-868F-61C790D3A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36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4B7E-1E5A-2DD1-FA54-9E6017C1D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08D40-0E2F-3FA5-8444-15F8B26F2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FF646-0057-24A7-2CE3-8CDD2228F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B8760-DF8E-7D89-A889-7507A0C9C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09581-786B-56C1-63A1-5836BB9BE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7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E07876-5A96-8B51-207B-D3EAD134E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E621C-AD0D-5780-D493-0219D99E4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C2AE3-BCD6-3211-E5A1-51D1412E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142D3-A88E-A559-2F1A-BD080B77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33E02-6F89-FB32-96B3-FD8CC40D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6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8DC412-21E3-0583-E567-38C40E6C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7667D-A465-495D-C380-6CBED445B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0C192-8136-A828-D4BF-FCD1D6BC5A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3C6F5-658D-4F7F-82CB-0E22D32D6F6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DC58C-93C0-E4C9-547F-860F42424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38440-5563-0EF1-26E5-F3DC2E5A4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083E5-281D-4B26-B79C-33EECD92B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41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A374F8-CA54-049C-98EC-E6699B4E0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863" y="747338"/>
            <a:ext cx="7154273" cy="536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30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D9FF32B-E281-D564-AB30-183A82BEC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20" y="1331458"/>
            <a:ext cx="10180359" cy="419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4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BB8E1-40CD-F8C3-9C94-F9E25B393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F4FBE5-2CA3-E6CD-D351-716E27290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80" y="1510231"/>
            <a:ext cx="10707974" cy="417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9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A139-847B-A777-3D92-6AC3CFE8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AD61DB-966C-561D-B7CD-E6A9709ECF02}"/>
              </a:ext>
            </a:extLst>
          </p:cNvPr>
          <p:cNvGrpSpPr/>
          <p:nvPr/>
        </p:nvGrpSpPr>
        <p:grpSpPr>
          <a:xfrm>
            <a:off x="885098" y="1418944"/>
            <a:ext cx="10421804" cy="4020111"/>
            <a:chOff x="885098" y="1418944"/>
            <a:chExt cx="10421804" cy="402011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D54B84-C076-A8FA-8782-429CA3888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098" y="1418944"/>
              <a:ext cx="5210902" cy="402011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1E85885-CC30-963C-D74B-886B49409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3631" y="1418944"/>
              <a:ext cx="5163271" cy="39724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743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C122-3F50-F2EE-6693-B4F2699ED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78D1ED-1659-83B1-EEFC-DA732DACD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154" y="1990524"/>
            <a:ext cx="5677692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909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ECBC7-385C-BA5A-0B54-DE39A988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B78F2A-AB09-E2BE-5453-F999C526C764}"/>
              </a:ext>
            </a:extLst>
          </p:cNvPr>
          <p:cNvSpPr txBox="1"/>
          <p:nvPr/>
        </p:nvSpPr>
        <p:spPr>
          <a:xfrm>
            <a:off x="1573967" y="599607"/>
            <a:ext cx="5036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statement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76BF3-E423-3A57-BEE0-07C9F7E31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073" y="1566602"/>
            <a:ext cx="7725853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0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08813-35E1-29DA-2A8B-7BBEB025D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451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517715" y="1570687"/>
            <a:ext cx="1778400" cy="701976"/>
            <a:chOff x="4032600" y="1123210"/>
            <a:chExt cx="1778400" cy="701976"/>
          </a:xfrm>
        </p:grpSpPr>
        <p:sp>
          <p:nvSpPr>
            <p:cNvPr id="2" name="Rounded Rectangle 1"/>
            <p:cNvSpPr/>
            <p:nvPr/>
          </p:nvSpPr>
          <p:spPr>
            <a:xfrm>
              <a:off x="4032600" y="1123210"/>
              <a:ext cx="561600" cy="561576"/>
            </a:xfrm>
            <a:custGeom>
              <a:avLst/>
              <a:gdLst/>
              <a:ahLst/>
              <a:cxnLst/>
              <a:rect l="0" t="0" r="0" b="0"/>
              <a:pathLst>
                <a:path w="561600" h="561576">
                  <a:moveTo>
                    <a:pt x="280800" y="561576"/>
                  </a:moveTo>
                  <a:lnTo>
                    <a:pt x="561600" y="561576"/>
                  </a:lnTo>
                  <a:lnTo>
                    <a:pt x="561600" y="0"/>
                  </a:lnTo>
                  <a:lnTo>
                    <a:pt x="0" y="0"/>
                  </a:lnTo>
                  <a:lnTo>
                    <a:pt x="0" y="561553"/>
                  </a:lnTo>
                  <a:lnTo>
                    <a:pt x="280800" y="561553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5249400" y="1263586"/>
              <a:ext cx="561600" cy="561600"/>
            </a:xfrm>
            <a:custGeom>
              <a:avLst/>
              <a:gdLst/>
              <a:ahLst/>
              <a:cxnLst/>
              <a:rect l="0" t="0" r="0" b="0"/>
              <a:pathLst>
                <a:path w="561600" h="561600">
                  <a:moveTo>
                    <a:pt x="561600" y="280800"/>
                  </a:moveTo>
                  <a:cubicBezTo>
                    <a:pt x="561600" y="435879"/>
                    <a:pt x="435879" y="561600"/>
                    <a:pt x="280800" y="561600"/>
                  </a:cubicBezTo>
                  <a:cubicBezTo>
                    <a:pt x="125720" y="561600"/>
                    <a:pt x="0" y="435879"/>
                    <a:pt x="0" y="280800"/>
                  </a:cubicBezTo>
                  <a:cubicBezTo>
                    <a:pt x="0" y="125720"/>
                    <a:pt x="125720" y="0"/>
                    <a:pt x="280800" y="0"/>
                  </a:cubicBezTo>
                  <a:cubicBezTo>
                    <a:pt x="435879" y="0"/>
                    <a:pt x="561600" y="125720"/>
                    <a:pt x="561600" y="280800"/>
                  </a:cubicBez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517715" y="1570663"/>
            <a:ext cx="1778400" cy="702000"/>
            <a:chOff x="4032600" y="1123186"/>
            <a:chExt cx="1778400" cy="702000"/>
          </a:xfrm>
        </p:grpSpPr>
        <p:sp>
          <p:nvSpPr>
            <p:cNvPr id="5" name="Rounded Rectangle 4"/>
            <p:cNvSpPr/>
            <p:nvPr/>
          </p:nvSpPr>
          <p:spPr>
            <a:xfrm>
              <a:off x="4032600" y="1123186"/>
              <a:ext cx="561600" cy="561600"/>
            </a:xfrm>
            <a:custGeom>
              <a:avLst/>
              <a:gdLst/>
              <a:ahLst/>
              <a:cxnLst/>
              <a:rect l="0" t="0" r="0" b="0"/>
              <a:pathLst>
                <a:path w="561600" h="561600">
                  <a:moveTo>
                    <a:pt x="280800" y="0"/>
                  </a:moveTo>
                  <a:lnTo>
                    <a:pt x="0" y="0"/>
                  </a:lnTo>
                  <a:lnTo>
                    <a:pt x="0" y="280787"/>
                  </a:lnTo>
                  <a:lnTo>
                    <a:pt x="280800" y="280787"/>
                  </a:lnTo>
                  <a:lnTo>
                    <a:pt x="280800" y="0"/>
                  </a:lnTo>
                  <a:close/>
                  <a:moveTo>
                    <a:pt x="561600" y="24"/>
                  </a:moveTo>
                  <a:lnTo>
                    <a:pt x="280800" y="24"/>
                  </a:lnTo>
                  <a:lnTo>
                    <a:pt x="280800" y="280812"/>
                  </a:lnTo>
                  <a:lnTo>
                    <a:pt x="561600" y="280812"/>
                  </a:lnTo>
                  <a:lnTo>
                    <a:pt x="561600" y="24"/>
                  </a:lnTo>
                  <a:close/>
                  <a:moveTo>
                    <a:pt x="280800" y="280787"/>
                  </a:moveTo>
                  <a:lnTo>
                    <a:pt x="0" y="280787"/>
                  </a:lnTo>
                  <a:lnTo>
                    <a:pt x="0" y="561575"/>
                  </a:lnTo>
                  <a:lnTo>
                    <a:pt x="280800" y="561575"/>
                  </a:lnTo>
                  <a:lnTo>
                    <a:pt x="280800" y="280787"/>
                  </a:lnTo>
                  <a:close/>
                  <a:moveTo>
                    <a:pt x="561600" y="280812"/>
                  </a:moveTo>
                  <a:lnTo>
                    <a:pt x="280800" y="280812"/>
                  </a:lnTo>
                  <a:lnTo>
                    <a:pt x="280800" y="561600"/>
                  </a:lnTo>
                  <a:lnTo>
                    <a:pt x="561600" y="561600"/>
                  </a:lnTo>
                  <a:lnTo>
                    <a:pt x="561600" y="280812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249400" y="1263586"/>
              <a:ext cx="561600" cy="561600"/>
            </a:xfrm>
            <a:custGeom>
              <a:avLst/>
              <a:gdLst/>
              <a:ahLst/>
              <a:cxnLst/>
              <a:rect l="0" t="0" r="0" b="0"/>
              <a:pathLst>
                <a:path w="561600" h="561600">
                  <a:moveTo>
                    <a:pt x="561600" y="280800"/>
                  </a:moveTo>
                  <a:cubicBezTo>
                    <a:pt x="561600" y="435881"/>
                    <a:pt x="435881" y="561600"/>
                    <a:pt x="280800" y="561600"/>
                  </a:cubicBezTo>
                  <a:cubicBezTo>
                    <a:pt x="125718" y="561600"/>
                    <a:pt x="0" y="435881"/>
                    <a:pt x="0" y="280800"/>
                  </a:cubicBezTo>
                  <a:cubicBezTo>
                    <a:pt x="0" y="125718"/>
                    <a:pt x="125718" y="0"/>
                    <a:pt x="280800" y="0"/>
                  </a:cubicBezTo>
                  <a:cubicBezTo>
                    <a:pt x="435881" y="0"/>
                    <a:pt x="561600" y="125718"/>
                    <a:pt x="561600" y="280800"/>
                  </a:cubicBez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177715" y="2459837"/>
            <a:ext cx="2340000" cy="608400"/>
            <a:chOff x="1692600" y="2012360"/>
            <a:chExt cx="2340000" cy="608400"/>
          </a:xfrm>
        </p:grpSpPr>
        <p:sp>
          <p:nvSpPr>
            <p:cNvPr id="8" name="Rounded Rectangle 7"/>
            <p:cNvSpPr/>
            <p:nvPr/>
          </p:nvSpPr>
          <p:spPr>
            <a:xfrm>
              <a:off x="3190200" y="2059160"/>
              <a:ext cx="842400" cy="561600"/>
            </a:xfrm>
            <a:custGeom>
              <a:avLst/>
              <a:gdLst/>
              <a:ahLst/>
              <a:cxnLst/>
              <a:rect l="0" t="0" r="0" b="0"/>
              <a:pathLst>
                <a:path w="842400" h="561600">
                  <a:moveTo>
                    <a:pt x="842400" y="561600"/>
                  </a:moveTo>
                  <a:lnTo>
                    <a:pt x="842400" y="280800"/>
                  </a:lnTo>
                  <a:lnTo>
                    <a:pt x="561600" y="280800"/>
                  </a:lnTo>
                  <a:lnTo>
                    <a:pt x="561600" y="0"/>
                  </a:lnTo>
                  <a:lnTo>
                    <a:pt x="0" y="0"/>
                  </a:lnTo>
                  <a:lnTo>
                    <a:pt x="0" y="280800"/>
                  </a:lnTo>
                  <a:lnTo>
                    <a:pt x="280870" y="280800"/>
                  </a:lnTo>
                  <a:lnTo>
                    <a:pt x="280870" y="561600"/>
                  </a:lnTo>
                  <a:lnTo>
                    <a:pt x="842400" y="561600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692600" y="2012360"/>
              <a:ext cx="561600" cy="561600"/>
            </a:xfrm>
            <a:custGeom>
              <a:avLst/>
              <a:gdLst/>
              <a:ahLst/>
              <a:cxnLst/>
              <a:rect l="0" t="0" r="0" b="0"/>
              <a:pathLst>
                <a:path w="561600" h="561600">
                  <a:moveTo>
                    <a:pt x="561600" y="280800"/>
                  </a:moveTo>
                  <a:cubicBezTo>
                    <a:pt x="561600" y="435879"/>
                    <a:pt x="435879" y="561600"/>
                    <a:pt x="280800" y="561600"/>
                  </a:cubicBezTo>
                  <a:cubicBezTo>
                    <a:pt x="125720" y="561600"/>
                    <a:pt x="0" y="435879"/>
                    <a:pt x="0" y="280800"/>
                  </a:cubicBezTo>
                  <a:cubicBezTo>
                    <a:pt x="0" y="125720"/>
                    <a:pt x="125720" y="0"/>
                    <a:pt x="280800" y="0"/>
                  </a:cubicBezTo>
                  <a:cubicBezTo>
                    <a:pt x="435879" y="0"/>
                    <a:pt x="561600" y="125720"/>
                    <a:pt x="561600" y="280800"/>
                  </a:cubicBez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177715" y="2459836"/>
            <a:ext cx="2340000" cy="608400"/>
            <a:chOff x="1692600" y="2012359"/>
            <a:chExt cx="2340000" cy="608400"/>
          </a:xfrm>
        </p:grpSpPr>
        <p:sp>
          <p:nvSpPr>
            <p:cNvPr id="11" name="Rounded Rectangle 10"/>
            <p:cNvSpPr/>
            <p:nvPr/>
          </p:nvSpPr>
          <p:spPr>
            <a:xfrm>
              <a:off x="3190200" y="2059159"/>
              <a:ext cx="842400" cy="561600"/>
            </a:xfrm>
            <a:custGeom>
              <a:avLst/>
              <a:gdLst/>
              <a:ahLst/>
              <a:cxnLst/>
              <a:rect l="0" t="0" r="0" b="0"/>
              <a:pathLst>
                <a:path w="842400" h="561600"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  <a:moveTo>
                    <a:pt x="56160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561600" y="280800"/>
                  </a:lnTo>
                  <a:lnTo>
                    <a:pt x="561600" y="0"/>
                  </a:lnTo>
                  <a:close/>
                  <a:moveTo>
                    <a:pt x="561666" y="280800"/>
                  </a:moveTo>
                  <a:lnTo>
                    <a:pt x="280867" y="280800"/>
                  </a:lnTo>
                  <a:lnTo>
                    <a:pt x="280867" y="561600"/>
                  </a:lnTo>
                  <a:lnTo>
                    <a:pt x="561666" y="561600"/>
                  </a:lnTo>
                  <a:lnTo>
                    <a:pt x="561666" y="280800"/>
                  </a:lnTo>
                  <a:close/>
                  <a:moveTo>
                    <a:pt x="842400" y="280800"/>
                  </a:moveTo>
                  <a:lnTo>
                    <a:pt x="561600" y="280800"/>
                  </a:lnTo>
                  <a:lnTo>
                    <a:pt x="561600" y="561600"/>
                  </a:lnTo>
                  <a:lnTo>
                    <a:pt x="842400" y="561600"/>
                  </a:lnTo>
                  <a:lnTo>
                    <a:pt x="842400" y="28080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1692600" y="2012359"/>
              <a:ext cx="561600" cy="561600"/>
            </a:xfrm>
            <a:custGeom>
              <a:avLst/>
              <a:gdLst/>
              <a:ahLst/>
              <a:cxnLst/>
              <a:rect l="0" t="0" r="0" b="0"/>
              <a:pathLst>
                <a:path w="561600" h="561600">
                  <a:moveTo>
                    <a:pt x="561600" y="280800"/>
                  </a:moveTo>
                  <a:cubicBezTo>
                    <a:pt x="561600" y="435881"/>
                    <a:pt x="435881" y="561600"/>
                    <a:pt x="280800" y="561600"/>
                  </a:cubicBezTo>
                  <a:cubicBezTo>
                    <a:pt x="125718" y="561600"/>
                    <a:pt x="0" y="435881"/>
                    <a:pt x="0" y="280800"/>
                  </a:cubicBezTo>
                  <a:cubicBezTo>
                    <a:pt x="0" y="125718"/>
                    <a:pt x="125718" y="0"/>
                    <a:pt x="280800" y="0"/>
                  </a:cubicBezTo>
                  <a:cubicBezTo>
                    <a:pt x="435881" y="0"/>
                    <a:pt x="561600" y="125718"/>
                    <a:pt x="561600" y="280800"/>
                  </a:cubicBez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079315" y="3068208"/>
            <a:ext cx="1216800" cy="1123200"/>
            <a:chOff x="4594200" y="2620731"/>
            <a:chExt cx="1216800" cy="1123200"/>
          </a:xfrm>
        </p:grpSpPr>
        <p:sp>
          <p:nvSpPr>
            <p:cNvPr id="14" name="Rounded Rectangle 13"/>
            <p:cNvSpPr/>
            <p:nvPr/>
          </p:nvSpPr>
          <p:spPr>
            <a:xfrm>
              <a:off x="4594200" y="2620731"/>
              <a:ext cx="280800" cy="1123200"/>
            </a:xfrm>
            <a:custGeom>
              <a:avLst/>
              <a:gdLst/>
              <a:ahLst/>
              <a:cxnLst/>
              <a:rect l="0" t="0" r="0" b="0"/>
              <a:pathLst>
                <a:path w="280800" h="1123200">
                  <a:moveTo>
                    <a:pt x="280800" y="0"/>
                  </a:moveTo>
                  <a:lnTo>
                    <a:pt x="0" y="0"/>
                  </a:lnTo>
                  <a:lnTo>
                    <a:pt x="0" y="1123200"/>
                  </a:lnTo>
                  <a:lnTo>
                    <a:pt x="280800" y="1123200"/>
                  </a:lnTo>
                  <a:lnTo>
                    <a:pt x="280800" y="0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249400" y="2761131"/>
              <a:ext cx="561600" cy="561600"/>
            </a:xfrm>
            <a:custGeom>
              <a:avLst/>
              <a:gdLst/>
              <a:ahLst/>
              <a:cxnLst/>
              <a:rect l="0" t="0" r="0" b="0"/>
              <a:pathLst>
                <a:path w="561600" h="561600">
                  <a:moveTo>
                    <a:pt x="561600" y="280800"/>
                  </a:moveTo>
                  <a:cubicBezTo>
                    <a:pt x="561600" y="435879"/>
                    <a:pt x="435879" y="561600"/>
                    <a:pt x="280800" y="561600"/>
                  </a:cubicBezTo>
                  <a:cubicBezTo>
                    <a:pt x="125720" y="561600"/>
                    <a:pt x="0" y="435879"/>
                    <a:pt x="0" y="280800"/>
                  </a:cubicBezTo>
                  <a:cubicBezTo>
                    <a:pt x="0" y="125720"/>
                    <a:pt x="125720" y="0"/>
                    <a:pt x="280800" y="0"/>
                  </a:cubicBezTo>
                  <a:cubicBezTo>
                    <a:pt x="435879" y="0"/>
                    <a:pt x="561600" y="125720"/>
                    <a:pt x="561600" y="280800"/>
                  </a:cubicBez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079315" y="3068209"/>
            <a:ext cx="1216800" cy="1123199"/>
            <a:chOff x="4594200" y="2620731"/>
            <a:chExt cx="1216800" cy="1123199"/>
          </a:xfrm>
        </p:grpSpPr>
        <p:sp>
          <p:nvSpPr>
            <p:cNvPr id="17" name="Rounded Rectangle 16"/>
            <p:cNvSpPr/>
            <p:nvPr/>
          </p:nvSpPr>
          <p:spPr>
            <a:xfrm>
              <a:off x="4594200" y="2620731"/>
              <a:ext cx="280800" cy="1123199"/>
            </a:xfrm>
            <a:custGeom>
              <a:avLst/>
              <a:gdLst/>
              <a:ahLst/>
              <a:cxnLst/>
              <a:rect l="0" t="0" r="0" b="0"/>
              <a:pathLst>
                <a:path w="280800" h="1123199">
                  <a:moveTo>
                    <a:pt x="280800" y="561599"/>
                  </a:moveTo>
                  <a:lnTo>
                    <a:pt x="0" y="561599"/>
                  </a:lnTo>
                  <a:lnTo>
                    <a:pt x="0" y="842399"/>
                  </a:lnTo>
                  <a:lnTo>
                    <a:pt x="280800" y="842399"/>
                  </a:lnTo>
                  <a:lnTo>
                    <a:pt x="280800" y="561599"/>
                  </a:lnTo>
                  <a:close/>
                  <a:moveTo>
                    <a:pt x="280800" y="842399"/>
                  </a:moveTo>
                  <a:lnTo>
                    <a:pt x="0" y="842399"/>
                  </a:lnTo>
                  <a:lnTo>
                    <a:pt x="0" y="1123199"/>
                  </a:lnTo>
                  <a:lnTo>
                    <a:pt x="280800" y="1123199"/>
                  </a:lnTo>
                  <a:lnTo>
                    <a:pt x="280800" y="842399"/>
                  </a:lnTo>
                  <a:close/>
                  <a:moveTo>
                    <a:pt x="280800" y="280800"/>
                  </a:moveTo>
                  <a:lnTo>
                    <a:pt x="0" y="280800"/>
                  </a:lnTo>
                  <a:lnTo>
                    <a:pt x="0" y="561599"/>
                  </a:lnTo>
                  <a:lnTo>
                    <a:pt x="280800" y="561599"/>
                  </a:lnTo>
                  <a:lnTo>
                    <a:pt x="280800" y="280800"/>
                  </a:lnTo>
                  <a:close/>
                  <a:moveTo>
                    <a:pt x="280800" y="0"/>
                  </a:moveTo>
                  <a:lnTo>
                    <a:pt x="0" y="0"/>
                  </a:lnTo>
                  <a:lnTo>
                    <a:pt x="0" y="280800"/>
                  </a:lnTo>
                  <a:lnTo>
                    <a:pt x="280800" y="280800"/>
                  </a:lnTo>
                  <a:lnTo>
                    <a:pt x="28080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249400" y="2761131"/>
              <a:ext cx="561600" cy="561599"/>
            </a:xfrm>
            <a:custGeom>
              <a:avLst/>
              <a:gdLst/>
              <a:ahLst/>
              <a:cxnLst/>
              <a:rect l="0" t="0" r="0" b="0"/>
              <a:pathLst>
                <a:path w="561600" h="561599">
                  <a:moveTo>
                    <a:pt x="561600" y="280800"/>
                  </a:moveTo>
                  <a:cubicBezTo>
                    <a:pt x="561600" y="435881"/>
                    <a:pt x="435881" y="561599"/>
                    <a:pt x="280800" y="561599"/>
                  </a:cubicBezTo>
                  <a:cubicBezTo>
                    <a:pt x="125718" y="561599"/>
                    <a:pt x="0" y="435881"/>
                    <a:pt x="0" y="280800"/>
                  </a:cubicBezTo>
                  <a:cubicBezTo>
                    <a:pt x="0" y="125718"/>
                    <a:pt x="125718" y="0"/>
                    <a:pt x="280800" y="0"/>
                  </a:cubicBezTo>
                  <a:cubicBezTo>
                    <a:pt x="435881" y="0"/>
                    <a:pt x="561600" y="125718"/>
                    <a:pt x="561600" y="280800"/>
                  </a:cubicBez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177715" y="3629808"/>
            <a:ext cx="1497600" cy="842400"/>
            <a:chOff x="1692600" y="3182331"/>
            <a:chExt cx="1497600" cy="842400"/>
          </a:xfrm>
        </p:grpSpPr>
        <p:sp>
          <p:nvSpPr>
            <p:cNvPr id="20" name="Rounded Rectangle 19"/>
            <p:cNvSpPr/>
            <p:nvPr/>
          </p:nvSpPr>
          <p:spPr>
            <a:xfrm>
              <a:off x="2628600" y="3182331"/>
              <a:ext cx="561600" cy="842400"/>
            </a:xfrm>
            <a:custGeom>
              <a:avLst/>
              <a:gdLst/>
              <a:ahLst/>
              <a:cxnLst/>
              <a:rect l="0" t="0" r="0" b="0"/>
              <a:pathLst>
                <a:path w="561600" h="842400">
                  <a:moveTo>
                    <a:pt x="280854" y="561607"/>
                  </a:moveTo>
                  <a:lnTo>
                    <a:pt x="280854" y="842400"/>
                  </a:lnTo>
                  <a:lnTo>
                    <a:pt x="561600" y="842400"/>
                  </a:lnTo>
                  <a:lnTo>
                    <a:pt x="561600" y="280815"/>
                  </a:lnTo>
                  <a:lnTo>
                    <a:pt x="280854" y="280815"/>
                  </a:lnTo>
                  <a:lnTo>
                    <a:pt x="280854" y="0"/>
                  </a:lnTo>
                  <a:lnTo>
                    <a:pt x="0" y="0"/>
                  </a:lnTo>
                  <a:lnTo>
                    <a:pt x="0" y="561607"/>
                  </a:lnTo>
                  <a:lnTo>
                    <a:pt x="280854" y="561607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692600" y="3416331"/>
              <a:ext cx="561600" cy="561600"/>
            </a:xfrm>
            <a:custGeom>
              <a:avLst/>
              <a:gdLst/>
              <a:ahLst/>
              <a:cxnLst/>
              <a:rect l="0" t="0" r="0" b="0"/>
              <a:pathLst>
                <a:path w="561600" h="561600">
                  <a:moveTo>
                    <a:pt x="561600" y="280800"/>
                  </a:moveTo>
                  <a:cubicBezTo>
                    <a:pt x="561600" y="435879"/>
                    <a:pt x="435879" y="561600"/>
                    <a:pt x="280800" y="561600"/>
                  </a:cubicBezTo>
                  <a:cubicBezTo>
                    <a:pt x="125720" y="561600"/>
                    <a:pt x="0" y="435879"/>
                    <a:pt x="0" y="280800"/>
                  </a:cubicBezTo>
                  <a:cubicBezTo>
                    <a:pt x="0" y="125720"/>
                    <a:pt x="125720" y="0"/>
                    <a:pt x="280800" y="0"/>
                  </a:cubicBezTo>
                  <a:cubicBezTo>
                    <a:pt x="435879" y="0"/>
                    <a:pt x="561600" y="125720"/>
                    <a:pt x="561600" y="280800"/>
                  </a:cubicBez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177715" y="3629808"/>
            <a:ext cx="1497600" cy="842400"/>
            <a:chOff x="1692600" y="3182331"/>
            <a:chExt cx="1497600" cy="842400"/>
          </a:xfrm>
        </p:grpSpPr>
        <p:sp>
          <p:nvSpPr>
            <p:cNvPr id="23" name="Rounded Rectangle 22"/>
            <p:cNvSpPr/>
            <p:nvPr/>
          </p:nvSpPr>
          <p:spPr>
            <a:xfrm>
              <a:off x="2628600" y="3182331"/>
              <a:ext cx="561600" cy="842400"/>
            </a:xfrm>
            <a:custGeom>
              <a:avLst/>
              <a:gdLst/>
              <a:ahLst/>
              <a:cxnLst/>
              <a:rect l="0" t="0" r="0" b="0"/>
              <a:pathLst>
                <a:path w="561600" h="842400">
                  <a:moveTo>
                    <a:pt x="280855" y="280817"/>
                  </a:moveTo>
                  <a:lnTo>
                    <a:pt x="109" y="280817"/>
                  </a:lnTo>
                  <a:lnTo>
                    <a:pt x="109" y="561609"/>
                  </a:lnTo>
                  <a:lnTo>
                    <a:pt x="280855" y="561609"/>
                  </a:lnTo>
                  <a:lnTo>
                    <a:pt x="280855" y="280817"/>
                  </a:lnTo>
                  <a:close/>
                  <a:moveTo>
                    <a:pt x="280745" y="0"/>
                  </a:moveTo>
                  <a:lnTo>
                    <a:pt x="0" y="0"/>
                  </a:lnTo>
                  <a:lnTo>
                    <a:pt x="0" y="280790"/>
                  </a:lnTo>
                  <a:lnTo>
                    <a:pt x="280745" y="280790"/>
                  </a:lnTo>
                  <a:lnTo>
                    <a:pt x="280745" y="0"/>
                  </a:lnTo>
                  <a:close/>
                  <a:moveTo>
                    <a:pt x="561600" y="280817"/>
                  </a:moveTo>
                  <a:lnTo>
                    <a:pt x="280855" y="280817"/>
                  </a:lnTo>
                  <a:lnTo>
                    <a:pt x="280855" y="561609"/>
                  </a:lnTo>
                  <a:lnTo>
                    <a:pt x="561600" y="561609"/>
                  </a:lnTo>
                  <a:lnTo>
                    <a:pt x="561600" y="280817"/>
                  </a:lnTo>
                  <a:close/>
                  <a:moveTo>
                    <a:pt x="561600" y="561609"/>
                  </a:moveTo>
                  <a:lnTo>
                    <a:pt x="280855" y="561609"/>
                  </a:lnTo>
                  <a:lnTo>
                    <a:pt x="280855" y="842400"/>
                  </a:lnTo>
                  <a:lnTo>
                    <a:pt x="561600" y="842400"/>
                  </a:lnTo>
                  <a:lnTo>
                    <a:pt x="561600" y="561609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692600" y="3416331"/>
              <a:ext cx="561600" cy="561600"/>
            </a:xfrm>
            <a:custGeom>
              <a:avLst/>
              <a:gdLst/>
              <a:ahLst/>
              <a:cxnLst/>
              <a:rect l="0" t="0" r="0" b="0"/>
              <a:pathLst>
                <a:path w="561600" h="561600">
                  <a:moveTo>
                    <a:pt x="561600" y="280800"/>
                  </a:moveTo>
                  <a:cubicBezTo>
                    <a:pt x="561600" y="435881"/>
                    <a:pt x="435881" y="561600"/>
                    <a:pt x="280800" y="561600"/>
                  </a:cubicBezTo>
                  <a:cubicBezTo>
                    <a:pt x="125718" y="561600"/>
                    <a:pt x="0" y="435881"/>
                    <a:pt x="0" y="280800"/>
                  </a:cubicBezTo>
                  <a:cubicBezTo>
                    <a:pt x="0" y="125718"/>
                    <a:pt x="125718" y="0"/>
                    <a:pt x="280800" y="0"/>
                  </a:cubicBezTo>
                  <a:cubicBezTo>
                    <a:pt x="435881" y="0"/>
                    <a:pt x="561600" y="125718"/>
                    <a:pt x="561600" y="280800"/>
                  </a:cubicBez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394515" y="4893423"/>
            <a:ext cx="2246400" cy="1123200"/>
            <a:chOff x="2909400" y="4445946"/>
            <a:chExt cx="2246400" cy="1123200"/>
          </a:xfrm>
        </p:grpSpPr>
        <p:sp>
          <p:nvSpPr>
            <p:cNvPr id="26" name="Rounded Rectangle 25"/>
            <p:cNvSpPr/>
            <p:nvPr/>
          </p:nvSpPr>
          <p:spPr>
            <a:xfrm>
              <a:off x="34710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BCABFF"/>
                </a:gs>
                <a:gs pos="100000">
                  <a:srgbClr val="886A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902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BCABFF"/>
                </a:gs>
                <a:gs pos="100000">
                  <a:srgbClr val="886A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9094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BCABFF"/>
                </a:gs>
                <a:gs pos="100000">
                  <a:srgbClr val="886A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29094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BCABFF"/>
                </a:gs>
                <a:gs pos="100000">
                  <a:srgbClr val="886A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48750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BCABFF"/>
                </a:gs>
                <a:gs pos="100000">
                  <a:srgbClr val="886A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8750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BCABFF"/>
                </a:gs>
                <a:gs pos="100000">
                  <a:srgbClr val="886A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5942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BCABFF"/>
                </a:gs>
                <a:gs pos="100000">
                  <a:srgbClr val="886A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394515" y="4893423"/>
            <a:ext cx="2246400" cy="1123200"/>
            <a:chOff x="2909400" y="4445946"/>
            <a:chExt cx="2246400" cy="1123200"/>
          </a:xfrm>
        </p:grpSpPr>
        <p:sp>
          <p:nvSpPr>
            <p:cNvPr id="34" name="Rounded Rectangle 33"/>
            <p:cNvSpPr/>
            <p:nvPr/>
          </p:nvSpPr>
          <p:spPr>
            <a:xfrm>
              <a:off x="34710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1902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9094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9094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48750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48750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5942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94515" y="4893423"/>
            <a:ext cx="1123200" cy="1123200"/>
            <a:chOff x="2909400" y="4445946"/>
            <a:chExt cx="1123200" cy="1123200"/>
          </a:xfrm>
        </p:grpSpPr>
        <p:sp>
          <p:nvSpPr>
            <p:cNvPr id="42" name="Rounded Rectangle 41"/>
            <p:cNvSpPr/>
            <p:nvPr/>
          </p:nvSpPr>
          <p:spPr>
            <a:xfrm>
              <a:off x="34710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1902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29094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29094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7518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34710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E4A9FF"/>
                </a:gs>
                <a:gs pos="100000">
                  <a:srgbClr val="CD6AFB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394515" y="4893423"/>
            <a:ext cx="1123200" cy="1123200"/>
            <a:chOff x="2909400" y="4445946"/>
            <a:chExt cx="1123200" cy="1123200"/>
          </a:xfrm>
        </p:grpSpPr>
        <p:sp>
          <p:nvSpPr>
            <p:cNvPr id="49" name="Rounded Rectangle 48"/>
            <p:cNvSpPr/>
            <p:nvPr/>
          </p:nvSpPr>
          <p:spPr>
            <a:xfrm>
              <a:off x="34710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31902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29094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29094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37518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34710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6236915" y="4893423"/>
            <a:ext cx="1404000" cy="842400"/>
            <a:chOff x="3751800" y="4445946"/>
            <a:chExt cx="1404000" cy="842400"/>
          </a:xfrm>
        </p:grpSpPr>
        <p:sp>
          <p:nvSpPr>
            <p:cNvPr id="56" name="Rounded Rectangle 55"/>
            <p:cNvSpPr/>
            <p:nvPr/>
          </p:nvSpPr>
          <p:spPr>
            <a:xfrm>
              <a:off x="48750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48750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ounded Rectangle 57"/>
            <p:cNvSpPr/>
            <p:nvPr/>
          </p:nvSpPr>
          <p:spPr>
            <a:xfrm>
              <a:off x="45942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45942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37518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37518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6236915" y="4893423"/>
            <a:ext cx="1404000" cy="842400"/>
            <a:chOff x="3751800" y="4445946"/>
            <a:chExt cx="1404000" cy="842400"/>
          </a:xfrm>
        </p:grpSpPr>
        <p:sp>
          <p:nvSpPr>
            <p:cNvPr id="63" name="Rounded Rectangle 62"/>
            <p:cNvSpPr/>
            <p:nvPr/>
          </p:nvSpPr>
          <p:spPr>
            <a:xfrm>
              <a:off x="48750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48750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45942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45942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37518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37518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4832915" y="5174223"/>
            <a:ext cx="2527200" cy="842400"/>
            <a:chOff x="2347800" y="4726746"/>
            <a:chExt cx="2527200" cy="842400"/>
          </a:xfrm>
        </p:grpSpPr>
        <p:sp>
          <p:nvSpPr>
            <p:cNvPr id="70" name="Rounded Rectangle 69"/>
            <p:cNvSpPr/>
            <p:nvPr/>
          </p:nvSpPr>
          <p:spPr>
            <a:xfrm>
              <a:off x="26286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23478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23478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45942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43134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43134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43134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4832915" y="5174223"/>
            <a:ext cx="2527200" cy="842400"/>
            <a:chOff x="2347800" y="4726746"/>
            <a:chExt cx="2527200" cy="842400"/>
          </a:xfrm>
        </p:grpSpPr>
        <p:sp>
          <p:nvSpPr>
            <p:cNvPr id="78" name="Rounded Rectangle 77"/>
            <p:cNvSpPr/>
            <p:nvPr/>
          </p:nvSpPr>
          <p:spPr>
            <a:xfrm>
              <a:off x="26286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23478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23478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45942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43134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43134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43134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5675315" y="5735823"/>
            <a:ext cx="1123200" cy="280800"/>
            <a:chOff x="3190200" y="5288346"/>
            <a:chExt cx="1123200" cy="280800"/>
          </a:xfrm>
        </p:grpSpPr>
        <p:sp>
          <p:nvSpPr>
            <p:cNvPr id="86" name="Rounded Rectangle 85"/>
            <p:cNvSpPr/>
            <p:nvPr/>
          </p:nvSpPr>
          <p:spPr>
            <a:xfrm>
              <a:off x="40326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37518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34710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31902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5675315" y="5735823"/>
            <a:ext cx="1123200" cy="280800"/>
            <a:chOff x="3190200" y="5288346"/>
            <a:chExt cx="1123200" cy="280800"/>
          </a:xfrm>
        </p:grpSpPr>
        <p:sp>
          <p:nvSpPr>
            <p:cNvPr id="91" name="Rounded Rectangle 90"/>
            <p:cNvSpPr/>
            <p:nvPr/>
          </p:nvSpPr>
          <p:spPr>
            <a:xfrm>
              <a:off x="40326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37518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34710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3190200" y="52883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4832915" y="4893423"/>
            <a:ext cx="2246400" cy="842400"/>
            <a:chOff x="2347800" y="4445946"/>
            <a:chExt cx="2246400" cy="842400"/>
          </a:xfrm>
        </p:grpSpPr>
        <p:sp>
          <p:nvSpPr>
            <p:cNvPr id="96" name="Rounded Rectangle 95"/>
            <p:cNvSpPr/>
            <p:nvPr/>
          </p:nvSpPr>
          <p:spPr>
            <a:xfrm>
              <a:off x="23478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26286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26286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23478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43134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40326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40326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Rounded Rectangle 102"/>
            <p:cNvSpPr/>
            <p:nvPr/>
          </p:nvSpPr>
          <p:spPr>
            <a:xfrm>
              <a:off x="40326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4832915" y="4893423"/>
            <a:ext cx="2246400" cy="842400"/>
            <a:chOff x="2347800" y="4445946"/>
            <a:chExt cx="2246400" cy="842400"/>
          </a:xfrm>
        </p:grpSpPr>
        <p:sp>
          <p:nvSpPr>
            <p:cNvPr id="105" name="Rounded Rectangle 104"/>
            <p:cNvSpPr/>
            <p:nvPr/>
          </p:nvSpPr>
          <p:spPr>
            <a:xfrm>
              <a:off x="23478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Rounded Rectangle 105"/>
            <p:cNvSpPr/>
            <p:nvPr/>
          </p:nvSpPr>
          <p:spPr>
            <a:xfrm>
              <a:off x="26286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26286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Rounded Rectangle 107"/>
            <p:cNvSpPr/>
            <p:nvPr/>
          </p:nvSpPr>
          <p:spPr>
            <a:xfrm>
              <a:off x="23478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43134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Rounded Rectangle 109"/>
            <p:cNvSpPr/>
            <p:nvPr/>
          </p:nvSpPr>
          <p:spPr>
            <a:xfrm>
              <a:off x="4032600" y="44459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Rounded Rectangle 110"/>
            <p:cNvSpPr/>
            <p:nvPr/>
          </p:nvSpPr>
          <p:spPr>
            <a:xfrm>
              <a:off x="4032600" y="50075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4032600" y="4726746"/>
              <a:ext cx="280800" cy="280800"/>
            </a:xfrm>
            <a:custGeom>
              <a:avLst/>
              <a:gdLst/>
              <a:ahLst/>
              <a:cxnLst/>
              <a:rect l="0" t="0" r="0" b="0"/>
              <a:pathLst>
                <a:path w="280800" h="280800">
                  <a:moveTo>
                    <a:pt x="0" y="0"/>
                  </a:moveTo>
                  <a:lnTo>
                    <a:pt x="280800" y="0"/>
                  </a:lnTo>
                  <a:lnTo>
                    <a:pt x="280800" y="280800"/>
                  </a:lnTo>
                  <a:lnTo>
                    <a:pt x="0" y="2808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1700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14" name="Rounded Rectangle 113"/>
          <p:cNvSpPr/>
          <p:nvPr/>
        </p:nvSpPr>
        <p:spPr>
          <a:xfrm>
            <a:off x="7851516" y="3325611"/>
            <a:ext cx="317363" cy="317361"/>
          </a:xfrm>
          <a:custGeom>
            <a:avLst/>
            <a:gdLst/>
            <a:ahLst/>
            <a:cxnLst/>
            <a:rect l="0" t="0" r="0" b="0"/>
            <a:pathLst>
              <a:path w="317363" h="317361">
                <a:moveTo>
                  <a:pt x="167213" y="272314"/>
                </a:moveTo>
                <a:cubicBezTo>
                  <a:pt x="225261" y="272314"/>
                  <a:pt x="272317" y="225257"/>
                  <a:pt x="272317" y="167209"/>
                </a:cubicBezTo>
                <a:cubicBezTo>
                  <a:pt x="272317" y="109162"/>
                  <a:pt x="225261" y="62104"/>
                  <a:pt x="167213" y="62104"/>
                </a:cubicBezTo>
                <a:cubicBezTo>
                  <a:pt x="109165" y="62104"/>
                  <a:pt x="62108" y="109162"/>
                  <a:pt x="62108" y="167209"/>
                </a:cubicBezTo>
                <a:cubicBezTo>
                  <a:pt x="62108" y="225257"/>
                  <a:pt x="109165" y="272314"/>
                  <a:pt x="167213" y="272314"/>
                </a:cubicBezTo>
                <a:close/>
                <a:moveTo>
                  <a:pt x="0" y="0"/>
                </a:moveTo>
                <a:moveTo>
                  <a:pt x="317363" y="317361"/>
                </a:moveTo>
                <a:lnTo>
                  <a:pt x="242288" y="240921"/>
                </a:lnTo>
                <a:moveTo>
                  <a:pt x="130358" y="149456"/>
                </a:moveTo>
                <a:cubicBezTo>
                  <a:pt x="111511" y="149456"/>
                  <a:pt x="96233" y="134178"/>
                  <a:pt x="96233" y="115331"/>
                </a:cubicBezTo>
                <a:cubicBezTo>
                  <a:pt x="96233" y="96485"/>
                  <a:pt x="111511" y="81206"/>
                  <a:pt x="130358" y="81206"/>
                </a:cubicBezTo>
                <a:cubicBezTo>
                  <a:pt x="149205" y="81206"/>
                  <a:pt x="164482" y="96485"/>
                  <a:pt x="164482" y="115331"/>
                </a:cubicBezTo>
                <a:cubicBezTo>
                  <a:pt x="164482" y="134178"/>
                  <a:pt x="149205" y="149456"/>
                  <a:pt x="130358" y="149456"/>
                </a:cubicBezTo>
                <a:close/>
                <a:moveTo>
                  <a:pt x="34808" y="51187"/>
                </a:moveTo>
                <a:cubicBezTo>
                  <a:pt x="46116" y="51187"/>
                  <a:pt x="55283" y="42020"/>
                  <a:pt x="55283" y="30712"/>
                </a:cubicBezTo>
                <a:cubicBezTo>
                  <a:pt x="55283" y="19404"/>
                  <a:pt x="46116" y="10237"/>
                  <a:pt x="34808" y="10237"/>
                </a:cubicBezTo>
                <a:cubicBezTo>
                  <a:pt x="23500" y="10237"/>
                  <a:pt x="14333" y="19404"/>
                  <a:pt x="14333" y="30712"/>
                </a:cubicBezTo>
                <a:cubicBezTo>
                  <a:pt x="14333" y="42020"/>
                  <a:pt x="23500" y="51187"/>
                  <a:pt x="34808" y="51187"/>
                </a:cubicBezTo>
                <a:close/>
                <a:moveTo>
                  <a:pt x="30712" y="276412"/>
                </a:moveTo>
                <a:cubicBezTo>
                  <a:pt x="42020" y="276412"/>
                  <a:pt x="51187" y="267245"/>
                  <a:pt x="51187" y="255937"/>
                </a:cubicBezTo>
                <a:cubicBezTo>
                  <a:pt x="51187" y="244629"/>
                  <a:pt x="42020" y="235462"/>
                  <a:pt x="30712" y="235462"/>
                </a:cubicBezTo>
                <a:cubicBezTo>
                  <a:pt x="19404" y="235462"/>
                  <a:pt x="10237" y="244629"/>
                  <a:pt x="10237" y="255937"/>
                </a:cubicBezTo>
                <a:cubicBezTo>
                  <a:pt x="10237" y="267245"/>
                  <a:pt x="19404" y="276412"/>
                  <a:pt x="30712" y="276412"/>
                </a:cubicBezTo>
                <a:close/>
                <a:moveTo>
                  <a:pt x="130358" y="221812"/>
                </a:moveTo>
                <a:cubicBezTo>
                  <a:pt x="119050" y="221812"/>
                  <a:pt x="109883" y="212645"/>
                  <a:pt x="109883" y="201337"/>
                </a:cubicBezTo>
                <a:cubicBezTo>
                  <a:pt x="109883" y="190029"/>
                  <a:pt x="119050" y="180862"/>
                  <a:pt x="130358" y="180862"/>
                </a:cubicBezTo>
                <a:cubicBezTo>
                  <a:pt x="141666" y="180862"/>
                  <a:pt x="150832" y="190029"/>
                  <a:pt x="150832" y="201337"/>
                </a:cubicBezTo>
                <a:cubicBezTo>
                  <a:pt x="150832" y="212645"/>
                  <a:pt x="141666" y="221812"/>
                  <a:pt x="130358" y="221812"/>
                </a:cubicBezTo>
                <a:close/>
                <a:moveTo>
                  <a:pt x="212257" y="197231"/>
                </a:moveTo>
                <a:cubicBezTo>
                  <a:pt x="200949" y="197231"/>
                  <a:pt x="191782" y="188064"/>
                  <a:pt x="191782" y="176756"/>
                </a:cubicBezTo>
                <a:cubicBezTo>
                  <a:pt x="191782" y="165448"/>
                  <a:pt x="200949" y="156281"/>
                  <a:pt x="212257" y="156281"/>
                </a:cubicBezTo>
                <a:cubicBezTo>
                  <a:pt x="223566" y="156281"/>
                  <a:pt x="232732" y="165448"/>
                  <a:pt x="232732" y="176756"/>
                </a:cubicBezTo>
                <a:cubicBezTo>
                  <a:pt x="232732" y="188064"/>
                  <a:pt x="223566" y="197231"/>
                  <a:pt x="212257" y="197231"/>
                </a:cubicBezTo>
                <a:close/>
                <a:moveTo>
                  <a:pt x="0" y="0"/>
                </a:moveTo>
                <a:moveTo>
                  <a:pt x="193019" y="183701"/>
                </a:moveTo>
                <a:lnTo>
                  <a:pt x="150347" y="195702"/>
                </a:lnTo>
                <a:moveTo>
                  <a:pt x="130358" y="180862"/>
                </a:moveTo>
                <a:lnTo>
                  <a:pt x="130358" y="149456"/>
                </a:lnTo>
                <a:moveTo>
                  <a:pt x="0" y="0"/>
                </a:moveTo>
                <a:moveTo>
                  <a:pt x="50227" y="249592"/>
                </a:moveTo>
                <a:lnTo>
                  <a:pt x="84725" y="232343"/>
                </a:lnTo>
                <a:moveTo>
                  <a:pt x="0" y="0"/>
                </a:moveTo>
                <a:moveTo>
                  <a:pt x="49822" y="44362"/>
                </a:moveTo>
                <a:lnTo>
                  <a:pt x="73027" y="62107"/>
                </a:lnTo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405316" y="3125447"/>
            <a:ext cx="75822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E0CB15"/>
                </a:solidFill>
                <a:latin typeface="Roboto"/>
              </a:rPr>
              <a:t>Complexity
Reduction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05315" y="3592966"/>
            <a:ext cx="1022798" cy="2808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484848"/>
                </a:solidFill>
                <a:latin typeface="Roboto"/>
              </a:rPr>
              <a:t>Measure and prove
reduction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941024" y="2844195"/>
            <a:ext cx="1127482" cy="2808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484848"/>
                </a:solidFill>
                <a:latin typeface="Roboto"/>
              </a:rPr>
              <a:t>Generate automation-
ready outputs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40014" y="3874169"/>
            <a:ext cx="1228500" cy="18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>
                <a:solidFill>
                  <a:srgbClr val="DE8431"/>
                </a:solidFill>
                <a:latin typeface="Roboto"/>
              </a:rPr>
              <a:t>Valid Architecture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290279" y="2575319"/>
            <a:ext cx="324415" cy="322728"/>
          </a:xfrm>
          <a:custGeom>
            <a:avLst/>
            <a:gdLst/>
            <a:ahLst/>
            <a:cxnLst/>
            <a:rect l="0" t="0" r="0" b="0"/>
            <a:pathLst>
              <a:path w="324415" h="322728">
                <a:moveTo>
                  <a:pt x="4436" y="1517"/>
                </a:moveTo>
                <a:moveTo>
                  <a:pt x="182795" y="94729"/>
                </a:moveTo>
                <a:lnTo>
                  <a:pt x="188255" y="112474"/>
                </a:lnTo>
                <a:cubicBezTo>
                  <a:pt x="189620" y="119299"/>
                  <a:pt x="196445" y="122029"/>
                  <a:pt x="203270" y="120664"/>
                </a:cubicBezTo>
                <a:lnTo>
                  <a:pt x="221015" y="116569"/>
                </a:lnTo>
                <a:cubicBezTo>
                  <a:pt x="237395" y="112474"/>
                  <a:pt x="248315" y="131584"/>
                  <a:pt x="237395" y="143869"/>
                </a:cubicBezTo>
                <a:lnTo>
                  <a:pt x="225110" y="157519"/>
                </a:lnTo>
                <a:cubicBezTo>
                  <a:pt x="221015" y="162979"/>
                  <a:pt x="221015" y="169804"/>
                  <a:pt x="225110" y="173899"/>
                </a:cubicBezTo>
                <a:lnTo>
                  <a:pt x="237395" y="187549"/>
                </a:lnTo>
                <a:cubicBezTo>
                  <a:pt x="248315" y="199834"/>
                  <a:pt x="237395" y="218944"/>
                  <a:pt x="221015" y="214849"/>
                </a:cubicBezTo>
                <a:lnTo>
                  <a:pt x="203270" y="210754"/>
                </a:lnTo>
                <a:cubicBezTo>
                  <a:pt x="196445" y="209389"/>
                  <a:pt x="190985" y="213484"/>
                  <a:pt x="188255" y="218944"/>
                </a:cubicBezTo>
                <a:lnTo>
                  <a:pt x="182795" y="236689"/>
                </a:lnTo>
                <a:cubicBezTo>
                  <a:pt x="177335" y="253069"/>
                  <a:pt x="155495" y="253069"/>
                  <a:pt x="151400" y="236689"/>
                </a:cubicBezTo>
                <a:lnTo>
                  <a:pt x="145940" y="218944"/>
                </a:lnTo>
                <a:cubicBezTo>
                  <a:pt x="144575" y="212119"/>
                  <a:pt x="137750" y="209389"/>
                  <a:pt x="130925" y="210754"/>
                </a:cubicBezTo>
                <a:lnTo>
                  <a:pt x="113180" y="214849"/>
                </a:lnTo>
                <a:cubicBezTo>
                  <a:pt x="96800" y="218944"/>
                  <a:pt x="85880" y="199834"/>
                  <a:pt x="96800" y="187549"/>
                </a:cubicBezTo>
                <a:lnTo>
                  <a:pt x="109085" y="173899"/>
                </a:lnTo>
                <a:cubicBezTo>
                  <a:pt x="113180" y="168439"/>
                  <a:pt x="113180" y="161614"/>
                  <a:pt x="109085" y="157519"/>
                </a:cubicBezTo>
                <a:lnTo>
                  <a:pt x="96800" y="143869"/>
                </a:lnTo>
                <a:cubicBezTo>
                  <a:pt x="85880" y="131584"/>
                  <a:pt x="96800" y="112474"/>
                  <a:pt x="113180" y="116569"/>
                </a:cubicBezTo>
                <a:lnTo>
                  <a:pt x="130925" y="120664"/>
                </a:lnTo>
                <a:cubicBezTo>
                  <a:pt x="137750" y="122029"/>
                  <a:pt x="143210" y="117934"/>
                  <a:pt x="145940" y="112474"/>
                </a:cubicBezTo>
                <a:lnTo>
                  <a:pt x="151400" y="94729"/>
                </a:lnTo>
                <a:cubicBezTo>
                  <a:pt x="155495" y="78349"/>
                  <a:pt x="178700" y="78349"/>
                  <a:pt x="182795" y="94729"/>
                </a:cubicBezTo>
                <a:close/>
                <a:moveTo>
                  <a:pt x="279370" y="209433"/>
                </a:moveTo>
                <a:cubicBezTo>
                  <a:pt x="280735" y="214893"/>
                  <a:pt x="286195" y="217623"/>
                  <a:pt x="290290" y="216258"/>
                </a:cubicBezTo>
                <a:lnTo>
                  <a:pt x="303940" y="213528"/>
                </a:lnTo>
                <a:cubicBezTo>
                  <a:pt x="316225" y="210798"/>
                  <a:pt x="324415" y="225813"/>
                  <a:pt x="316225" y="235368"/>
                </a:cubicBezTo>
                <a:lnTo>
                  <a:pt x="306670" y="246288"/>
                </a:lnTo>
                <a:cubicBezTo>
                  <a:pt x="302575" y="250383"/>
                  <a:pt x="302575" y="255843"/>
                  <a:pt x="306670" y="259938"/>
                </a:cubicBezTo>
                <a:lnTo>
                  <a:pt x="316225" y="270858"/>
                </a:lnTo>
                <a:cubicBezTo>
                  <a:pt x="324415" y="280413"/>
                  <a:pt x="316225" y="295428"/>
                  <a:pt x="303940" y="292698"/>
                </a:cubicBezTo>
                <a:lnTo>
                  <a:pt x="290290" y="289968"/>
                </a:lnTo>
                <a:cubicBezTo>
                  <a:pt x="284830" y="288603"/>
                  <a:pt x="280735" y="291333"/>
                  <a:pt x="279370" y="296793"/>
                </a:cubicBezTo>
                <a:lnTo>
                  <a:pt x="275275" y="310443"/>
                </a:lnTo>
                <a:cubicBezTo>
                  <a:pt x="271180" y="322728"/>
                  <a:pt x="254800" y="322728"/>
                  <a:pt x="250705" y="310443"/>
                </a:cubicBezTo>
                <a:lnTo>
                  <a:pt x="246610" y="296793"/>
                </a:lnTo>
                <a:cubicBezTo>
                  <a:pt x="245245" y="291333"/>
                  <a:pt x="239785" y="288603"/>
                  <a:pt x="235690" y="289968"/>
                </a:cubicBezTo>
                <a:lnTo>
                  <a:pt x="222040" y="292698"/>
                </a:lnTo>
                <a:cubicBezTo>
                  <a:pt x="209755" y="295428"/>
                  <a:pt x="201565" y="280413"/>
                  <a:pt x="209755" y="270858"/>
                </a:cubicBezTo>
                <a:lnTo>
                  <a:pt x="219310" y="259938"/>
                </a:lnTo>
                <a:moveTo>
                  <a:pt x="58694" y="268904"/>
                </a:moveTo>
                <a:cubicBezTo>
                  <a:pt x="0" y="210209"/>
                  <a:pt x="0" y="114660"/>
                  <a:pt x="58694" y="55965"/>
                </a:cubicBezTo>
                <a:cubicBezTo>
                  <a:pt x="103740" y="10920"/>
                  <a:pt x="169259" y="0"/>
                  <a:pt x="223860" y="24569"/>
                </a:cubicBezTo>
                <a:moveTo>
                  <a:pt x="4436" y="1517"/>
                </a:moveTo>
                <a:moveTo>
                  <a:pt x="308490" y="60060"/>
                </a:moveTo>
                <a:lnTo>
                  <a:pt x="270269" y="57330"/>
                </a:lnTo>
                <a:lnTo>
                  <a:pt x="267540" y="95550"/>
                </a:lnTo>
                <a:moveTo>
                  <a:pt x="4436" y="1517"/>
                </a:moveTo>
                <a:moveTo>
                  <a:pt x="20474" y="264814"/>
                </a:moveTo>
                <a:lnTo>
                  <a:pt x="58694" y="268909"/>
                </a:lnTo>
                <a:lnTo>
                  <a:pt x="62789" y="230689"/>
                </a:lnTo>
                <a:moveTo>
                  <a:pt x="270269" y="57330"/>
                </a:moveTo>
                <a:cubicBezTo>
                  <a:pt x="301665" y="88725"/>
                  <a:pt x="316679" y="129675"/>
                  <a:pt x="313949" y="170626"/>
                </a:cubicBezTo>
                <a:moveTo>
                  <a:pt x="167895" y="313956"/>
                </a:moveTo>
                <a:cubicBezTo>
                  <a:pt x="146054" y="313956"/>
                  <a:pt x="125579" y="309861"/>
                  <a:pt x="105104" y="301671"/>
                </a:cubicBezTo>
                <a:moveTo>
                  <a:pt x="167097" y="185078"/>
                </a:moveTo>
                <a:cubicBezTo>
                  <a:pt x="177793" y="185078"/>
                  <a:pt x="186465" y="176407"/>
                  <a:pt x="186465" y="165710"/>
                </a:cubicBezTo>
                <a:cubicBezTo>
                  <a:pt x="186465" y="155013"/>
                  <a:pt x="177793" y="146342"/>
                  <a:pt x="167097" y="146342"/>
                </a:cubicBezTo>
                <a:cubicBezTo>
                  <a:pt x="156401" y="146342"/>
                  <a:pt x="147729" y="155013"/>
                  <a:pt x="147729" y="165710"/>
                </a:cubicBezTo>
                <a:cubicBezTo>
                  <a:pt x="147729" y="176407"/>
                  <a:pt x="156401" y="185078"/>
                  <a:pt x="167097" y="185078"/>
                </a:cubicBezTo>
                <a:close/>
                <a:moveTo>
                  <a:pt x="262990" y="267780"/>
                </a:moveTo>
                <a:cubicBezTo>
                  <a:pt x="270922" y="267780"/>
                  <a:pt x="277352" y="261349"/>
                  <a:pt x="277352" y="253416"/>
                </a:cubicBezTo>
                <a:cubicBezTo>
                  <a:pt x="277352" y="245484"/>
                  <a:pt x="270922" y="239053"/>
                  <a:pt x="262990" y="239053"/>
                </a:cubicBezTo>
                <a:cubicBezTo>
                  <a:pt x="255057" y="239053"/>
                  <a:pt x="248626" y="245484"/>
                  <a:pt x="248626" y="253416"/>
                </a:cubicBezTo>
                <a:cubicBezTo>
                  <a:pt x="248626" y="261349"/>
                  <a:pt x="255057" y="267780"/>
                  <a:pt x="262990" y="267780"/>
                </a:cubicBezTo>
                <a:close/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2700239" y="4154595"/>
            <a:ext cx="1368252" cy="2808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484848"/>
                </a:solidFill>
                <a:latin typeface="Roboto"/>
              </a:rPr>
              <a:t>Constraint-enforced target
state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92663" y="2376675"/>
            <a:ext cx="775853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>
                <a:solidFill>
                  <a:srgbClr val="3CC583"/>
                </a:solidFill>
                <a:latin typeface="Roboto"/>
              </a:rPr>
              <a:t>Automation
Handoff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05315" y="2095422"/>
            <a:ext cx="1086446" cy="2808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>
                <a:solidFill>
                  <a:srgbClr val="484848"/>
                </a:solidFill>
                <a:latin typeface="Roboto"/>
              </a:rPr>
              <a:t>Make every decision
defensible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05316" y="1627902"/>
            <a:ext cx="790281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1EABDA"/>
                </a:solidFill>
                <a:latin typeface="Roboto"/>
              </a:rPr>
              <a:t>Explainable
Decisions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7858340" y="1834903"/>
            <a:ext cx="314222" cy="313949"/>
          </a:xfrm>
          <a:custGeom>
            <a:avLst/>
            <a:gdLst/>
            <a:ahLst/>
            <a:cxnLst/>
            <a:rect l="0" t="0" r="0" b="0"/>
            <a:pathLst>
              <a:path w="314222" h="313949">
                <a:moveTo>
                  <a:pt x="225375" y="88998"/>
                </a:moveTo>
                <a:lnTo>
                  <a:pt x="267785" y="46860"/>
                </a:lnTo>
                <a:moveTo>
                  <a:pt x="259500" y="27300"/>
                </a:moveTo>
                <a:cubicBezTo>
                  <a:pt x="259500" y="42377"/>
                  <a:pt x="271722" y="54599"/>
                  <a:pt x="286800" y="54599"/>
                </a:cubicBezTo>
                <a:cubicBezTo>
                  <a:pt x="301877" y="54599"/>
                  <a:pt x="314100" y="42377"/>
                  <a:pt x="314100" y="27300"/>
                </a:cubicBezTo>
                <a:cubicBezTo>
                  <a:pt x="314100" y="12222"/>
                  <a:pt x="301877" y="0"/>
                  <a:pt x="286800" y="0"/>
                </a:cubicBezTo>
                <a:cubicBezTo>
                  <a:pt x="271722" y="0"/>
                  <a:pt x="259500" y="12222"/>
                  <a:pt x="259500" y="27300"/>
                </a:cubicBezTo>
                <a:close/>
                <a:moveTo>
                  <a:pt x="238506" y="238588"/>
                </a:moveTo>
                <a:lnTo>
                  <a:pt x="267362" y="267635"/>
                </a:lnTo>
                <a:moveTo>
                  <a:pt x="259622" y="286649"/>
                </a:moveTo>
                <a:cubicBezTo>
                  <a:pt x="259622" y="301727"/>
                  <a:pt x="271845" y="313949"/>
                  <a:pt x="286922" y="313949"/>
                </a:cubicBezTo>
                <a:cubicBezTo>
                  <a:pt x="302000" y="313949"/>
                  <a:pt x="314222" y="301727"/>
                  <a:pt x="314222" y="286649"/>
                </a:cubicBezTo>
                <a:cubicBezTo>
                  <a:pt x="314222" y="271572"/>
                  <a:pt x="302000" y="259349"/>
                  <a:pt x="286922" y="259349"/>
                </a:cubicBezTo>
                <a:cubicBezTo>
                  <a:pt x="271845" y="259349"/>
                  <a:pt x="259622" y="271572"/>
                  <a:pt x="259622" y="286649"/>
                </a:cubicBezTo>
                <a:close/>
                <a:moveTo>
                  <a:pt x="88875" y="88998"/>
                </a:moveTo>
                <a:lnTo>
                  <a:pt x="46450" y="46860"/>
                </a:lnTo>
                <a:moveTo>
                  <a:pt x="150" y="27300"/>
                </a:moveTo>
                <a:cubicBezTo>
                  <a:pt x="150" y="42377"/>
                  <a:pt x="12372" y="54599"/>
                  <a:pt x="27450" y="54599"/>
                </a:cubicBezTo>
                <a:cubicBezTo>
                  <a:pt x="42527" y="54599"/>
                  <a:pt x="54750" y="42377"/>
                  <a:pt x="54750" y="27300"/>
                </a:cubicBezTo>
                <a:cubicBezTo>
                  <a:pt x="54750" y="12222"/>
                  <a:pt x="42527" y="0"/>
                  <a:pt x="27450" y="0"/>
                </a:cubicBezTo>
                <a:cubicBezTo>
                  <a:pt x="12372" y="0"/>
                  <a:pt x="150" y="12222"/>
                  <a:pt x="150" y="27300"/>
                </a:cubicBezTo>
                <a:close/>
                <a:moveTo>
                  <a:pt x="75743" y="238588"/>
                </a:moveTo>
                <a:lnTo>
                  <a:pt x="46874" y="267635"/>
                </a:lnTo>
                <a:moveTo>
                  <a:pt x="0" y="286649"/>
                </a:moveTo>
                <a:cubicBezTo>
                  <a:pt x="0" y="301727"/>
                  <a:pt x="12222" y="313949"/>
                  <a:pt x="27300" y="313949"/>
                </a:cubicBezTo>
                <a:cubicBezTo>
                  <a:pt x="42377" y="313949"/>
                  <a:pt x="54600" y="301727"/>
                  <a:pt x="54600" y="286649"/>
                </a:cubicBezTo>
                <a:cubicBezTo>
                  <a:pt x="54600" y="271572"/>
                  <a:pt x="42377" y="259349"/>
                  <a:pt x="27300" y="259349"/>
                </a:cubicBezTo>
                <a:cubicBezTo>
                  <a:pt x="12222" y="259349"/>
                  <a:pt x="0" y="271572"/>
                  <a:pt x="0" y="286649"/>
                </a:cubicBezTo>
                <a:close/>
                <a:moveTo>
                  <a:pt x="218550" y="150150"/>
                </a:moveTo>
                <a:lnTo>
                  <a:pt x="259500" y="150150"/>
                </a:lnTo>
                <a:moveTo>
                  <a:pt x="259500" y="150150"/>
                </a:moveTo>
                <a:cubicBezTo>
                  <a:pt x="259500" y="165227"/>
                  <a:pt x="271722" y="177450"/>
                  <a:pt x="286800" y="177450"/>
                </a:cubicBezTo>
                <a:cubicBezTo>
                  <a:pt x="301877" y="177450"/>
                  <a:pt x="314100" y="165227"/>
                  <a:pt x="314100" y="150150"/>
                </a:cubicBezTo>
                <a:cubicBezTo>
                  <a:pt x="314100" y="135072"/>
                  <a:pt x="301877" y="122850"/>
                  <a:pt x="286800" y="122850"/>
                </a:cubicBezTo>
                <a:cubicBezTo>
                  <a:pt x="271722" y="122850"/>
                  <a:pt x="259500" y="135072"/>
                  <a:pt x="259500" y="150150"/>
                </a:cubicBezTo>
                <a:close/>
                <a:moveTo>
                  <a:pt x="95700" y="150150"/>
                </a:moveTo>
                <a:lnTo>
                  <a:pt x="54750" y="150150"/>
                </a:lnTo>
                <a:moveTo>
                  <a:pt x="150" y="150150"/>
                </a:moveTo>
                <a:cubicBezTo>
                  <a:pt x="150" y="165227"/>
                  <a:pt x="12372" y="177450"/>
                  <a:pt x="27450" y="177450"/>
                </a:cubicBezTo>
                <a:cubicBezTo>
                  <a:pt x="42527" y="177450"/>
                  <a:pt x="54750" y="165227"/>
                  <a:pt x="54750" y="150150"/>
                </a:cubicBezTo>
                <a:cubicBezTo>
                  <a:pt x="54750" y="135072"/>
                  <a:pt x="42527" y="122850"/>
                  <a:pt x="27450" y="122850"/>
                </a:cubicBezTo>
                <a:cubicBezTo>
                  <a:pt x="12372" y="122850"/>
                  <a:pt x="150" y="135072"/>
                  <a:pt x="150" y="150150"/>
                </a:cubicBezTo>
                <a:close/>
                <a:moveTo>
                  <a:pt x="157247" y="225211"/>
                </a:moveTo>
                <a:cubicBezTo>
                  <a:pt x="159132" y="225211"/>
                  <a:pt x="160660" y="226739"/>
                  <a:pt x="160660" y="228623"/>
                </a:cubicBezTo>
                <a:cubicBezTo>
                  <a:pt x="160660" y="230508"/>
                  <a:pt x="159132" y="232036"/>
                  <a:pt x="157247" y="232036"/>
                </a:cubicBezTo>
                <a:cubicBezTo>
                  <a:pt x="155363" y="232036"/>
                  <a:pt x="153835" y="230508"/>
                  <a:pt x="153835" y="228623"/>
                </a:cubicBezTo>
                <a:cubicBezTo>
                  <a:pt x="153831" y="227717"/>
                  <a:pt x="154190" y="226847"/>
                  <a:pt x="154830" y="226206"/>
                </a:cubicBezTo>
                <a:cubicBezTo>
                  <a:pt x="155471" y="225566"/>
                  <a:pt x="156341" y="225207"/>
                  <a:pt x="157247" y="225211"/>
                </a:cubicBezTo>
                <a:moveTo>
                  <a:pt x="116297" y="129661"/>
                </a:moveTo>
                <a:cubicBezTo>
                  <a:pt x="116301" y="109209"/>
                  <a:pt x="131392" y="91896"/>
                  <a:pt x="151652" y="89101"/>
                </a:cubicBezTo>
                <a:cubicBezTo>
                  <a:pt x="171912" y="86307"/>
                  <a:pt x="191127" y="98888"/>
                  <a:pt x="196667" y="118575"/>
                </a:cubicBezTo>
                <a:cubicBezTo>
                  <a:pt x="202206" y="138262"/>
                  <a:pt x="192372" y="159018"/>
                  <a:pt x="173628" y="167198"/>
                </a:cubicBezTo>
                <a:cubicBezTo>
                  <a:pt x="163674" y="171542"/>
                  <a:pt x="157242" y="181373"/>
                  <a:pt x="157247" y="192232"/>
                </a:cubicBezTo>
                <a:lnTo>
                  <a:pt x="157247" y="197911"/>
                </a:lnTo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3996242" y="841377"/>
            <a:ext cx="4481291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Designing a Defensible Future-State Architecture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301540" y="3987635"/>
            <a:ext cx="313950" cy="313950"/>
          </a:xfrm>
          <a:custGeom>
            <a:avLst/>
            <a:gdLst/>
            <a:ahLst/>
            <a:cxnLst/>
            <a:rect l="0" t="0" r="0" b="0"/>
            <a:pathLst>
              <a:path w="313950" h="313950">
                <a:moveTo>
                  <a:pt x="218400" y="232050"/>
                </a:moveTo>
                <a:lnTo>
                  <a:pt x="218400" y="197925"/>
                </a:lnTo>
                <a:cubicBezTo>
                  <a:pt x="218400" y="186616"/>
                  <a:pt x="209233" y="177450"/>
                  <a:pt x="197925" y="177450"/>
                </a:cubicBezTo>
                <a:cubicBezTo>
                  <a:pt x="186616" y="177450"/>
                  <a:pt x="177450" y="186616"/>
                  <a:pt x="177450" y="197925"/>
                </a:cubicBezTo>
                <a:lnTo>
                  <a:pt x="177450" y="232050"/>
                </a:lnTo>
                <a:moveTo>
                  <a:pt x="245700" y="152634"/>
                </a:moveTo>
                <a:lnTo>
                  <a:pt x="245700" y="225225"/>
                </a:lnTo>
                <a:cubicBezTo>
                  <a:pt x="245700" y="228994"/>
                  <a:pt x="242644" y="232050"/>
                  <a:pt x="238875" y="232050"/>
                </a:cubicBezTo>
                <a:lnTo>
                  <a:pt x="156975" y="232050"/>
                </a:lnTo>
                <a:cubicBezTo>
                  <a:pt x="153205" y="232050"/>
                  <a:pt x="150150" y="228994"/>
                  <a:pt x="150150" y="225225"/>
                </a:cubicBezTo>
                <a:lnTo>
                  <a:pt x="150150" y="152634"/>
                </a:lnTo>
                <a:moveTo>
                  <a:pt x="273000" y="177450"/>
                </a:moveTo>
                <a:lnTo>
                  <a:pt x="202511" y="113376"/>
                </a:lnTo>
                <a:cubicBezTo>
                  <a:pt x="199909" y="111015"/>
                  <a:pt x="195940" y="111015"/>
                  <a:pt x="193338" y="113376"/>
                </a:cubicBezTo>
                <a:lnTo>
                  <a:pt x="122850" y="177450"/>
                </a:lnTo>
                <a:moveTo>
                  <a:pt x="0" y="266175"/>
                </a:moveTo>
                <a:cubicBezTo>
                  <a:pt x="0" y="292560"/>
                  <a:pt x="21389" y="313950"/>
                  <a:pt x="47775" y="313950"/>
                </a:cubicBezTo>
                <a:cubicBezTo>
                  <a:pt x="74160" y="313950"/>
                  <a:pt x="95550" y="292560"/>
                  <a:pt x="95550" y="266175"/>
                </a:cubicBezTo>
                <a:cubicBezTo>
                  <a:pt x="95550" y="239789"/>
                  <a:pt x="74160" y="218400"/>
                  <a:pt x="47775" y="218400"/>
                </a:cubicBezTo>
                <a:cubicBezTo>
                  <a:pt x="21389" y="218400"/>
                  <a:pt x="0" y="239789"/>
                  <a:pt x="0" y="266175"/>
                </a:cubicBezTo>
                <a:close/>
                <a:moveTo>
                  <a:pt x="27300" y="266175"/>
                </a:moveTo>
                <a:cubicBezTo>
                  <a:pt x="27300" y="254866"/>
                  <a:pt x="36466" y="245700"/>
                  <a:pt x="47775" y="245700"/>
                </a:cubicBezTo>
                <a:cubicBezTo>
                  <a:pt x="59083" y="245700"/>
                  <a:pt x="68250" y="254866"/>
                  <a:pt x="68250" y="266175"/>
                </a:cubicBezTo>
                <a:cubicBezTo>
                  <a:pt x="68250" y="277483"/>
                  <a:pt x="59083" y="286650"/>
                  <a:pt x="47775" y="286650"/>
                </a:cubicBezTo>
                <a:cubicBezTo>
                  <a:pt x="36466" y="286650"/>
                  <a:pt x="27300" y="277483"/>
                  <a:pt x="27300" y="266175"/>
                </a:cubicBezTo>
                <a:close/>
                <a:moveTo>
                  <a:pt x="0" y="266175"/>
                </a:moveTo>
                <a:lnTo>
                  <a:pt x="0" y="47775"/>
                </a:lnTo>
                <a:cubicBezTo>
                  <a:pt x="0" y="21389"/>
                  <a:pt x="21389" y="0"/>
                  <a:pt x="47775" y="0"/>
                </a:cubicBezTo>
                <a:cubicBezTo>
                  <a:pt x="74160" y="0"/>
                  <a:pt x="95550" y="21389"/>
                  <a:pt x="95550" y="47775"/>
                </a:cubicBezTo>
                <a:lnTo>
                  <a:pt x="95550" y="266175"/>
                </a:lnTo>
                <a:moveTo>
                  <a:pt x="47775" y="313950"/>
                </a:moveTo>
                <a:lnTo>
                  <a:pt x="300300" y="313950"/>
                </a:lnTo>
                <a:cubicBezTo>
                  <a:pt x="307838" y="313950"/>
                  <a:pt x="313950" y="307838"/>
                  <a:pt x="313950" y="300300"/>
                </a:cubicBezTo>
                <a:lnTo>
                  <a:pt x="313950" y="54600"/>
                </a:lnTo>
                <a:cubicBezTo>
                  <a:pt x="313950" y="47061"/>
                  <a:pt x="307838" y="40950"/>
                  <a:pt x="300300" y="40950"/>
                </a:cubicBezTo>
                <a:lnTo>
                  <a:pt x="129675" y="40950"/>
                </a:lnTo>
              </a:path>
            </a:pathLst>
          </a:custGeom>
          <a:noFill/>
          <a:ln w="11700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98508" y="2158872"/>
            <a:ext cx="1825868" cy="2006573"/>
          </a:xfrm>
          <a:custGeom>
            <a:avLst/>
            <a:gdLst/>
            <a:ahLst/>
            <a:cxnLst/>
            <a:rect l="0" t="0" r="0" b="0"/>
            <a:pathLst>
              <a:path w="1825868" h="2006573">
                <a:moveTo>
                  <a:pt x="200104" y="1058871"/>
                </a:moveTo>
                <a:cubicBezTo>
                  <a:pt x="225116" y="1100657"/>
                  <a:pt x="331576" y="1083852"/>
                  <a:pt x="337739" y="1100657"/>
                </a:cubicBezTo>
                <a:cubicBezTo>
                  <a:pt x="349933" y="1133908"/>
                  <a:pt x="346323" y="1175596"/>
                  <a:pt x="331576" y="1192271"/>
                </a:cubicBezTo>
                <a:cubicBezTo>
                  <a:pt x="316830" y="1208947"/>
                  <a:pt x="294596" y="1231180"/>
                  <a:pt x="354414" y="1289414"/>
                </a:cubicBezTo>
                <a:cubicBezTo>
                  <a:pt x="337739" y="1293882"/>
                  <a:pt x="310327" y="1320114"/>
                  <a:pt x="340835" y="1381256"/>
                </a:cubicBezTo>
                <a:cubicBezTo>
                  <a:pt x="346210" y="1392029"/>
                  <a:pt x="364076" y="1411827"/>
                  <a:pt x="349933" y="1445178"/>
                </a:cubicBezTo>
                <a:cubicBezTo>
                  <a:pt x="335790" y="1478527"/>
                  <a:pt x="337739" y="1606175"/>
                  <a:pt x="472251" y="1606175"/>
                </a:cubicBezTo>
                <a:cubicBezTo>
                  <a:pt x="794809" y="1610109"/>
                  <a:pt x="797675" y="1842552"/>
                  <a:pt x="725342" y="2006573"/>
                </a:cubicBezTo>
                <a:lnTo>
                  <a:pt x="1505338" y="2006573"/>
                </a:lnTo>
                <a:cubicBezTo>
                  <a:pt x="1480961" y="1956884"/>
                  <a:pt x="1439637" y="1864434"/>
                  <a:pt x="1424805" y="1758753"/>
                </a:cubicBezTo>
                <a:cubicBezTo>
                  <a:pt x="1420646" y="1728918"/>
                  <a:pt x="1418294" y="1700191"/>
                  <a:pt x="1418515" y="1671362"/>
                </a:cubicBezTo>
                <a:cubicBezTo>
                  <a:pt x="1419981" y="1544037"/>
                  <a:pt x="1473101" y="1415010"/>
                  <a:pt x="1644379" y="1181783"/>
                </a:cubicBezTo>
                <a:cubicBezTo>
                  <a:pt x="1788141" y="986020"/>
                  <a:pt x="1825868" y="771507"/>
                  <a:pt x="1786011" y="579779"/>
                </a:cubicBezTo>
                <a:cubicBezTo>
                  <a:pt x="1719184" y="258139"/>
                  <a:pt x="1434028" y="0"/>
                  <a:pt x="1063737" y="0"/>
                </a:cubicBezTo>
                <a:cubicBezTo>
                  <a:pt x="635945" y="0"/>
                  <a:pt x="321808" y="224933"/>
                  <a:pt x="331576" y="630151"/>
                </a:cubicBezTo>
                <a:cubicBezTo>
                  <a:pt x="334048" y="733022"/>
                  <a:pt x="354059" y="759350"/>
                  <a:pt x="316830" y="830977"/>
                </a:cubicBezTo>
                <a:cubicBezTo>
                  <a:pt x="302201" y="859122"/>
                  <a:pt x="273184" y="915561"/>
                  <a:pt x="247350" y="942624"/>
                </a:cubicBezTo>
                <a:cubicBezTo>
                  <a:pt x="207438" y="984437"/>
                  <a:pt x="175091" y="1017083"/>
                  <a:pt x="200104" y="1058871"/>
                </a:cubicBezTo>
                <a:close/>
                <a:moveTo>
                  <a:pt x="1086612" y="703316"/>
                </a:moveTo>
                <a:cubicBezTo>
                  <a:pt x="1102099" y="703316"/>
                  <a:pt x="1114688" y="715952"/>
                  <a:pt x="1114688" y="731499"/>
                </a:cubicBezTo>
                <a:cubicBezTo>
                  <a:pt x="1114688" y="758592"/>
                  <a:pt x="1092680" y="780684"/>
                  <a:pt x="1065691" y="780684"/>
                </a:cubicBezTo>
                <a:cubicBezTo>
                  <a:pt x="1038703" y="780684"/>
                  <a:pt x="1016695" y="758592"/>
                  <a:pt x="1016695" y="731499"/>
                </a:cubicBezTo>
                <a:cubicBezTo>
                  <a:pt x="1016695" y="692861"/>
                  <a:pt x="1048031" y="661313"/>
                  <a:pt x="1086612" y="661313"/>
                </a:cubicBezTo>
                <a:cubicBezTo>
                  <a:pt x="1125193" y="661313"/>
                  <a:pt x="1156529" y="692770"/>
                  <a:pt x="1156529" y="731499"/>
                </a:cubicBezTo>
                <a:cubicBezTo>
                  <a:pt x="1156529" y="781775"/>
                  <a:pt x="1115774" y="822595"/>
                  <a:pt x="1065782" y="822595"/>
                </a:cubicBezTo>
                <a:cubicBezTo>
                  <a:pt x="1015790" y="822595"/>
                  <a:pt x="975035" y="781684"/>
                  <a:pt x="975035" y="731499"/>
                </a:cubicBezTo>
                <a:cubicBezTo>
                  <a:pt x="975035" y="669677"/>
                  <a:pt x="1025118" y="619401"/>
                  <a:pt x="1086703" y="619401"/>
                </a:cubicBezTo>
                <a:cubicBezTo>
                  <a:pt x="1148288" y="619401"/>
                  <a:pt x="1198371" y="669677"/>
                  <a:pt x="1198371" y="731499"/>
                </a:cubicBezTo>
                <a:cubicBezTo>
                  <a:pt x="1198371" y="804867"/>
                  <a:pt x="1138959" y="864507"/>
                  <a:pt x="1065873" y="864507"/>
                </a:cubicBezTo>
                <a:cubicBezTo>
                  <a:pt x="992786" y="864507"/>
                  <a:pt x="933375" y="804867"/>
                  <a:pt x="933375" y="731499"/>
                </a:cubicBezTo>
                <a:cubicBezTo>
                  <a:pt x="933375" y="646585"/>
                  <a:pt x="1002205" y="577489"/>
                  <a:pt x="1086793" y="577489"/>
                </a:cubicBezTo>
                <a:cubicBezTo>
                  <a:pt x="1171382" y="577489"/>
                  <a:pt x="1240212" y="646585"/>
                  <a:pt x="1240212" y="731499"/>
                </a:cubicBezTo>
                <a:cubicBezTo>
                  <a:pt x="1240212" y="827959"/>
                  <a:pt x="1162053" y="906510"/>
                  <a:pt x="1065873" y="906510"/>
                </a:cubicBezTo>
                <a:cubicBezTo>
                  <a:pt x="969691" y="906510"/>
                  <a:pt x="891533" y="828050"/>
                  <a:pt x="891533" y="731499"/>
                </a:cubicBezTo>
                <a:cubicBezTo>
                  <a:pt x="891533" y="623493"/>
                  <a:pt x="979110" y="535578"/>
                  <a:pt x="1086703" y="535578"/>
                </a:cubicBezTo>
                <a:cubicBezTo>
                  <a:pt x="1194295" y="535578"/>
                  <a:pt x="1281873" y="623493"/>
                  <a:pt x="1281873" y="731499"/>
                </a:cubicBezTo>
                <a:cubicBezTo>
                  <a:pt x="1281873" y="851143"/>
                  <a:pt x="1184967" y="948421"/>
                  <a:pt x="1065782" y="948421"/>
                </a:cubicBezTo>
                <a:cubicBezTo>
                  <a:pt x="946597" y="948421"/>
                  <a:pt x="849691" y="851143"/>
                  <a:pt x="849691" y="731499"/>
                </a:cubicBezTo>
                <a:cubicBezTo>
                  <a:pt x="849691" y="600309"/>
                  <a:pt x="956016" y="493576"/>
                  <a:pt x="1086703" y="493576"/>
                </a:cubicBezTo>
                <a:cubicBezTo>
                  <a:pt x="1217390" y="493576"/>
                  <a:pt x="1323715" y="600309"/>
                  <a:pt x="1323715" y="731499"/>
                </a:cubicBezTo>
                <a:cubicBezTo>
                  <a:pt x="1323715" y="874235"/>
                  <a:pt x="1208061" y="990333"/>
                  <a:pt x="1065873" y="990333"/>
                </a:cubicBezTo>
                <a:cubicBezTo>
                  <a:pt x="923684" y="990333"/>
                  <a:pt x="808031" y="874235"/>
                  <a:pt x="808031" y="731499"/>
                </a:cubicBezTo>
                <a:cubicBezTo>
                  <a:pt x="808031" y="577217"/>
                  <a:pt x="933103" y="451664"/>
                  <a:pt x="1086793" y="451664"/>
                </a:cubicBezTo>
                <a:cubicBezTo>
                  <a:pt x="1240484" y="451664"/>
                  <a:pt x="1365556" y="577217"/>
                  <a:pt x="1365556" y="731499"/>
                </a:cubicBezTo>
                <a:cubicBezTo>
                  <a:pt x="1365556" y="897327"/>
                  <a:pt x="1231155" y="1032335"/>
                  <a:pt x="1065873" y="1032335"/>
                </a:cubicBezTo>
                <a:cubicBezTo>
                  <a:pt x="900589" y="1032335"/>
                  <a:pt x="766190" y="897418"/>
                  <a:pt x="766190" y="731499"/>
                </a:cubicBezTo>
                <a:cubicBezTo>
                  <a:pt x="766190" y="554125"/>
                  <a:pt x="910008" y="409752"/>
                  <a:pt x="1086703" y="409752"/>
                </a:cubicBezTo>
                <a:cubicBezTo>
                  <a:pt x="1263397" y="409752"/>
                  <a:pt x="1407216" y="554125"/>
                  <a:pt x="1407216" y="731499"/>
                </a:cubicBezTo>
                <a:cubicBezTo>
                  <a:pt x="1407216" y="920511"/>
                  <a:pt x="1254069" y="1074247"/>
                  <a:pt x="1065782" y="1074247"/>
                </a:cubicBezTo>
                <a:cubicBezTo>
                  <a:pt x="877495" y="1074247"/>
                  <a:pt x="724348" y="920511"/>
                  <a:pt x="724348" y="731499"/>
                </a:cubicBezTo>
                <a:cubicBezTo>
                  <a:pt x="724348" y="530942"/>
                  <a:pt x="886914" y="367841"/>
                  <a:pt x="1086612" y="367841"/>
                </a:cubicBezTo>
                <a:cubicBezTo>
                  <a:pt x="1286310" y="367841"/>
                  <a:pt x="1448876" y="531033"/>
                  <a:pt x="1448876" y="731499"/>
                </a:cubicBezTo>
                <a:cubicBezTo>
                  <a:pt x="1448876" y="943603"/>
                  <a:pt x="1276982" y="1116159"/>
                  <a:pt x="1065691" y="1116159"/>
                </a:cubicBezTo>
                <a:cubicBezTo>
                  <a:pt x="854401" y="1116159"/>
                  <a:pt x="682506" y="943603"/>
                  <a:pt x="682506" y="731499"/>
                </a:cubicBezTo>
                <a:cubicBezTo>
                  <a:pt x="682506" y="507849"/>
                  <a:pt x="863729" y="325838"/>
                  <a:pt x="1086612" y="325838"/>
                </a:cubicBezTo>
                <a:cubicBezTo>
                  <a:pt x="1309496" y="325838"/>
                  <a:pt x="1490718" y="507849"/>
                  <a:pt x="1490718" y="731499"/>
                </a:cubicBezTo>
                <a:cubicBezTo>
                  <a:pt x="1490718" y="966695"/>
                  <a:pt x="1300077" y="1158070"/>
                  <a:pt x="1065782" y="1158070"/>
                </a:cubicBezTo>
                <a:cubicBezTo>
                  <a:pt x="831487" y="1158070"/>
                  <a:pt x="640937" y="966786"/>
                  <a:pt x="640937" y="731590"/>
                </a:cubicBezTo>
                <a:cubicBezTo>
                  <a:pt x="640937" y="484757"/>
                  <a:pt x="840906" y="284018"/>
                  <a:pt x="1086793" y="284018"/>
                </a:cubicBezTo>
                <a:cubicBezTo>
                  <a:pt x="1332680" y="284018"/>
                  <a:pt x="1532650" y="484757"/>
                  <a:pt x="1532650" y="731590"/>
                </a:cubicBezTo>
                <a:cubicBezTo>
                  <a:pt x="1532650" y="978423"/>
                  <a:pt x="1323261" y="1200163"/>
                  <a:pt x="1065873" y="1200163"/>
                </a:cubicBezTo>
                <a:cubicBezTo>
                  <a:pt x="808484" y="1200163"/>
                  <a:pt x="599186" y="989878"/>
                  <a:pt x="599186" y="731590"/>
                </a:cubicBezTo>
                <a:cubicBezTo>
                  <a:pt x="599186" y="473302"/>
                  <a:pt x="817902" y="242015"/>
                  <a:pt x="1086793" y="242015"/>
                </a:cubicBezTo>
                <a:cubicBezTo>
                  <a:pt x="1355684" y="242015"/>
                  <a:pt x="1574401" y="461574"/>
                  <a:pt x="1574401" y="731499"/>
                </a:cubicBezTo>
                <a:cubicBezTo>
                  <a:pt x="1574401" y="1001425"/>
                  <a:pt x="1346265" y="1241984"/>
                  <a:pt x="1065873" y="1241984"/>
                </a:cubicBezTo>
                <a:cubicBezTo>
                  <a:pt x="785480" y="1241984"/>
                  <a:pt x="557345" y="1013062"/>
                  <a:pt x="557345" y="731590"/>
                </a:cubicBezTo>
                <a:cubicBezTo>
                  <a:pt x="557345" y="450119"/>
                  <a:pt x="794899" y="200103"/>
                  <a:pt x="1086793" y="200103"/>
                </a:cubicBezTo>
                <a:cubicBezTo>
                  <a:pt x="1378688" y="200103"/>
                  <a:pt x="1616152" y="438481"/>
                  <a:pt x="1616152" y="731590"/>
                </a:cubicBezTo>
                <a:cubicBezTo>
                  <a:pt x="1616152" y="1024699"/>
                  <a:pt x="1369269" y="1283987"/>
                  <a:pt x="1065873" y="1283987"/>
                </a:cubicBezTo>
                <a:cubicBezTo>
                  <a:pt x="954975" y="1283987"/>
                  <a:pt x="851628" y="1250875"/>
                  <a:pt x="765129" y="1193984"/>
                </a:cubicBezTo>
                <a:cubicBezTo>
                  <a:pt x="490830" y="1013579"/>
                  <a:pt x="309191" y="657895"/>
                  <a:pt x="0" y="547502"/>
                </a:cubicBezTo>
              </a:path>
            </a:pathLst>
          </a:custGeom>
          <a:noFill/>
          <a:ln w="11472">
            <a:solidFill>
              <a:srgbClr val="4E88E7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80769" y="2131078"/>
            <a:ext cx="2117741" cy="2034366"/>
          </a:xfrm>
          <a:custGeom>
            <a:avLst/>
            <a:gdLst/>
            <a:ahLst/>
            <a:cxnLst/>
            <a:rect l="0" t="0" r="0" b="0"/>
            <a:pathLst>
              <a:path w="2117741" h="2034366">
                <a:moveTo>
                  <a:pt x="767351" y="2034366"/>
                </a:moveTo>
                <a:cubicBezTo>
                  <a:pt x="788573" y="1932621"/>
                  <a:pt x="809930" y="1813028"/>
                  <a:pt x="762269" y="1714950"/>
                </a:cubicBezTo>
                <a:cubicBezTo>
                  <a:pt x="758405" y="1706998"/>
                  <a:pt x="752533" y="1700262"/>
                  <a:pt x="745565" y="1694820"/>
                </a:cubicBezTo>
                <a:cubicBezTo>
                  <a:pt x="682728" y="1645748"/>
                  <a:pt x="587522" y="1570103"/>
                  <a:pt x="479869" y="1297683"/>
                </a:cubicBezTo>
                <a:cubicBezTo>
                  <a:pt x="477941" y="1292805"/>
                  <a:pt x="469261" y="1292245"/>
                  <a:pt x="465618" y="1296018"/>
                </a:cubicBezTo>
                <a:cubicBezTo>
                  <a:pt x="459298" y="1302563"/>
                  <a:pt x="449969" y="1307880"/>
                  <a:pt x="438760" y="1305112"/>
                </a:cubicBezTo>
                <a:cubicBezTo>
                  <a:pt x="393674" y="1293981"/>
                  <a:pt x="407189" y="1216061"/>
                  <a:pt x="377728" y="1146490"/>
                </a:cubicBezTo>
                <a:cubicBezTo>
                  <a:pt x="343713" y="1066163"/>
                  <a:pt x="330623" y="945383"/>
                  <a:pt x="364035" y="901599"/>
                </a:cubicBezTo>
                <a:cubicBezTo>
                  <a:pt x="391642" y="865422"/>
                  <a:pt x="424168" y="883046"/>
                  <a:pt x="437669" y="901599"/>
                </a:cubicBezTo>
                <a:cubicBezTo>
                  <a:pt x="397167" y="403469"/>
                  <a:pt x="490746" y="0"/>
                  <a:pt x="1049775" y="0"/>
                </a:cubicBezTo>
                <a:cubicBezTo>
                  <a:pt x="1608805" y="0"/>
                  <a:pt x="1702385" y="403469"/>
                  <a:pt x="1661883" y="901599"/>
                </a:cubicBezTo>
                <a:cubicBezTo>
                  <a:pt x="1675383" y="883046"/>
                  <a:pt x="1707909" y="865422"/>
                  <a:pt x="1735516" y="901599"/>
                </a:cubicBezTo>
                <a:cubicBezTo>
                  <a:pt x="1768929" y="945383"/>
                  <a:pt x="1755838" y="1066163"/>
                  <a:pt x="1721823" y="1146490"/>
                </a:cubicBezTo>
                <a:cubicBezTo>
                  <a:pt x="1692362" y="1216061"/>
                  <a:pt x="1705878" y="1293981"/>
                  <a:pt x="1660791" y="1305112"/>
                </a:cubicBezTo>
                <a:cubicBezTo>
                  <a:pt x="1649443" y="1307914"/>
                  <a:pt x="1640024" y="1302431"/>
                  <a:pt x="1633701" y="1295776"/>
                </a:cubicBezTo>
                <a:cubicBezTo>
                  <a:pt x="1630114" y="1292000"/>
                  <a:pt x="1621581" y="1292497"/>
                  <a:pt x="1619608" y="1297317"/>
                </a:cubicBezTo>
                <a:cubicBezTo>
                  <a:pt x="1502830" y="1582529"/>
                  <a:pt x="1415976" y="1646997"/>
                  <a:pt x="1354018" y="1694844"/>
                </a:cubicBezTo>
                <a:cubicBezTo>
                  <a:pt x="1347019" y="1700248"/>
                  <a:pt x="1341147" y="1706998"/>
                  <a:pt x="1337282" y="1714950"/>
                </a:cubicBezTo>
                <a:cubicBezTo>
                  <a:pt x="1289622" y="1813028"/>
                  <a:pt x="1310978" y="1932621"/>
                  <a:pt x="1332200" y="2034366"/>
                </a:cubicBezTo>
                <a:lnTo>
                  <a:pt x="767351" y="2034366"/>
                </a:lnTo>
                <a:close/>
                <a:moveTo>
                  <a:pt x="0" y="575295"/>
                </a:moveTo>
                <a:cubicBezTo>
                  <a:pt x="615427" y="769839"/>
                  <a:pt x="978274" y="1475753"/>
                  <a:pt x="1368791" y="856989"/>
                </a:cubicBezTo>
                <a:cubicBezTo>
                  <a:pt x="1523259" y="592479"/>
                  <a:pt x="1358570" y="310002"/>
                  <a:pt x="1049020" y="315349"/>
                </a:cubicBezTo>
                <a:cubicBezTo>
                  <a:pt x="821383" y="315716"/>
                  <a:pt x="624161" y="484732"/>
                  <a:pt x="664213" y="721312"/>
                </a:cubicBezTo>
                <a:cubicBezTo>
                  <a:pt x="708378" y="981390"/>
                  <a:pt x="1008077" y="1262828"/>
                  <a:pt x="1284083" y="1162965"/>
                </a:cubicBezTo>
                <a:cubicBezTo>
                  <a:pt x="1482839" y="1085257"/>
                  <a:pt x="1543454" y="834284"/>
                  <a:pt x="1483084" y="642778"/>
                </a:cubicBezTo>
                <a:cubicBezTo>
                  <a:pt x="1426981" y="445618"/>
                  <a:pt x="1248789" y="286350"/>
                  <a:pt x="1044999" y="259643"/>
                </a:cubicBezTo>
                <a:cubicBezTo>
                  <a:pt x="893170" y="237579"/>
                  <a:pt x="731274" y="288214"/>
                  <a:pt x="636591" y="409621"/>
                </a:cubicBezTo>
                <a:cubicBezTo>
                  <a:pt x="474788" y="620745"/>
                  <a:pt x="545623" y="945545"/>
                  <a:pt x="731580" y="1123515"/>
                </a:cubicBezTo>
                <a:cubicBezTo>
                  <a:pt x="999453" y="1387291"/>
                  <a:pt x="1463320" y="1310315"/>
                  <a:pt x="1552478" y="922383"/>
                </a:cubicBezTo>
                <a:cubicBezTo>
                  <a:pt x="1591762" y="756178"/>
                  <a:pt x="1545848" y="575428"/>
                  <a:pt x="1445243" y="438253"/>
                </a:cubicBezTo>
                <a:cubicBezTo>
                  <a:pt x="1403594" y="380957"/>
                  <a:pt x="1352616" y="330292"/>
                  <a:pt x="1294794" y="289498"/>
                </a:cubicBezTo>
                <a:cubicBezTo>
                  <a:pt x="1136734" y="176677"/>
                  <a:pt x="925180" y="145295"/>
                  <a:pt x="771602" y="262240"/>
                </a:cubicBezTo>
                <a:cubicBezTo>
                  <a:pt x="537490" y="445037"/>
                  <a:pt x="509407" y="841802"/>
                  <a:pt x="698803" y="1065974"/>
                </a:cubicBezTo>
                <a:cubicBezTo>
                  <a:pt x="810641" y="1199329"/>
                  <a:pt x="993683" y="1275236"/>
                  <a:pt x="1165185" y="1249627"/>
                </a:cubicBezTo>
                <a:cubicBezTo>
                  <a:pt x="1432751" y="1213600"/>
                  <a:pt x="1601368" y="920733"/>
                  <a:pt x="1557265" y="665207"/>
                </a:cubicBezTo>
                <a:cubicBezTo>
                  <a:pt x="1516200" y="385877"/>
                  <a:pt x="1224328" y="130504"/>
                  <a:pt x="941355" y="185356"/>
                </a:cubicBezTo>
                <a:cubicBezTo>
                  <a:pt x="661881" y="251514"/>
                  <a:pt x="582238" y="637369"/>
                  <a:pt x="633461" y="880396"/>
                </a:cubicBezTo>
                <a:cubicBezTo>
                  <a:pt x="695212" y="1194654"/>
                  <a:pt x="1008753" y="1239360"/>
                  <a:pt x="1239765" y="1062002"/>
                </a:cubicBezTo>
                <a:cubicBezTo>
                  <a:pt x="1380238" y="955874"/>
                  <a:pt x="1453836" y="767362"/>
                  <a:pt x="1402398" y="597247"/>
                </a:cubicBezTo>
                <a:cubicBezTo>
                  <a:pt x="1338806" y="358100"/>
                  <a:pt x="1042513" y="178725"/>
                  <a:pt x="809966" y="302332"/>
                </a:cubicBezTo>
                <a:cubicBezTo>
                  <a:pt x="543352" y="449651"/>
                  <a:pt x="561859" y="849104"/>
                  <a:pt x="798548" y="1018090"/>
                </a:cubicBezTo>
                <a:cubicBezTo>
                  <a:pt x="1467114" y="1520723"/>
                  <a:pt x="1668133" y="394649"/>
                  <a:pt x="2117741" y="575295"/>
                </a:cubicBezTo>
              </a:path>
            </a:pathLst>
          </a:custGeom>
          <a:noFill/>
          <a:ln w="11472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015720" y="2131078"/>
            <a:ext cx="2068118" cy="2034366"/>
          </a:xfrm>
          <a:custGeom>
            <a:avLst/>
            <a:gdLst/>
            <a:ahLst/>
            <a:cxnLst/>
            <a:rect l="0" t="0" r="0" b="0"/>
            <a:pathLst>
              <a:path w="2068118" h="2034366">
                <a:moveTo>
                  <a:pt x="721461" y="2034366"/>
                </a:moveTo>
                <a:cubicBezTo>
                  <a:pt x="742683" y="1932621"/>
                  <a:pt x="764040" y="1813028"/>
                  <a:pt x="716378" y="1714950"/>
                </a:cubicBezTo>
                <a:cubicBezTo>
                  <a:pt x="712515" y="1706998"/>
                  <a:pt x="706643" y="1700262"/>
                  <a:pt x="699675" y="1694820"/>
                </a:cubicBezTo>
                <a:cubicBezTo>
                  <a:pt x="636837" y="1645748"/>
                  <a:pt x="541632" y="1570103"/>
                  <a:pt x="433979" y="1297683"/>
                </a:cubicBezTo>
                <a:cubicBezTo>
                  <a:pt x="432051" y="1292805"/>
                  <a:pt x="423371" y="1292245"/>
                  <a:pt x="419727" y="1296018"/>
                </a:cubicBezTo>
                <a:cubicBezTo>
                  <a:pt x="413408" y="1302563"/>
                  <a:pt x="404079" y="1307880"/>
                  <a:pt x="392870" y="1305112"/>
                </a:cubicBezTo>
                <a:cubicBezTo>
                  <a:pt x="347783" y="1293981"/>
                  <a:pt x="361299" y="1216061"/>
                  <a:pt x="331838" y="1146490"/>
                </a:cubicBezTo>
                <a:cubicBezTo>
                  <a:pt x="297822" y="1066163"/>
                  <a:pt x="284733" y="945383"/>
                  <a:pt x="318145" y="901599"/>
                </a:cubicBezTo>
                <a:cubicBezTo>
                  <a:pt x="345752" y="865422"/>
                  <a:pt x="378278" y="883046"/>
                  <a:pt x="391779" y="901599"/>
                </a:cubicBezTo>
                <a:cubicBezTo>
                  <a:pt x="351276" y="403469"/>
                  <a:pt x="444856" y="0"/>
                  <a:pt x="1003885" y="0"/>
                </a:cubicBezTo>
                <a:cubicBezTo>
                  <a:pt x="1562915" y="0"/>
                  <a:pt x="1656495" y="403469"/>
                  <a:pt x="1615992" y="901599"/>
                </a:cubicBezTo>
                <a:cubicBezTo>
                  <a:pt x="1629493" y="883046"/>
                  <a:pt x="1662018" y="865422"/>
                  <a:pt x="1689626" y="901599"/>
                </a:cubicBezTo>
                <a:cubicBezTo>
                  <a:pt x="1723038" y="945383"/>
                  <a:pt x="1709948" y="1066163"/>
                  <a:pt x="1675933" y="1146490"/>
                </a:cubicBezTo>
                <a:cubicBezTo>
                  <a:pt x="1646472" y="1216061"/>
                  <a:pt x="1659988" y="1293981"/>
                  <a:pt x="1614901" y="1305112"/>
                </a:cubicBezTo>
                <a:cubicBezTo>
                  <a:pt x="1603553" y="1307914"/>
                  <a:pt x="1594133" y="1302431"/>
                  <a:pt x="1587811" y="1295776"/>
                </a:cubicBezTo>
                <a:cubicBezTo>
                  <a:pt x="1584223" y="1292000"/>
                  <a:pt x="1575691" y="1292497"/>
                  <a:pt x="1573718" y="1297317"/>
                </a:cubicBezTo>
                <a:cubicBezTo>
                  <a:pt x="1456939" y="1582529"/>
                  <a:pt x="1370086" y="1646997"/>
                  <a:pt x="1308127" y="1694844"/>
                </a:cubicBezTo>
                <a:cubicBezTo>
                  <a:pt x="1301129" y="1700248"/>
                  <a:pt x="1295257" y="1706998"/>
                  <a:pt x="1291392" y="1714950"/>
                </a:cubicBezTo>
                <a:cubicBezTo>
                  <a:pt x="1243731" y="1813028"/>
                  <a:pt x="1265088" y="1932621"/>
                  <a:pt x="1286310" y="2034366"/>
                </a:cubicBezTo>
                <a:lnTo>
                  <a:pt x="721461" y="2034366"/>
                </a:lnTo>
                <a:close/>
                <a:moveTo>
                  <a:pt x="0" y="575294"/>
                </a:moveTo>
                <a:cubicBezTo>
                  <a:pt x="615427" y="769837"/>
                  <a:pt x="1012649" y="1521309"/>
                  <a:pt x="1387417" y="905619"/>
                </a:cubicBezTo>
                <a:cubicBezTo>
                  <a:pt x="1540383" y="546148"/>
                  <a:pt x="1327562" y="266532"/>
                  <a:pt x="1047066" y="266984"/>
                </a:cubicBezTo>
                <a:cubicBezTo>
                  <a:pt x="819430" y="267351"/>
                  <a:pt x="639781" y="435247"/>
                  <a:pt x="664213" y="721310"/>
                </a:cubicBezTo>
                <a:cubicBezTo>
                  <a:pt x="688646" y="1007375"/>
                  <a:pt x="1008077" y="1262827"/>
                  <a:pt x="1284083" y="1162964"/>
                </a:cubicBezTo>
                <a:cubicBezTo>
                  <a:pt x="1482839" y="1085255"/>
                  <a:pt x="1528103" y="817486"/>
                  <a:pt x="1498383" y="618901"/>
                </a:cubicBezTo>
                <a:cubicBezTo>
                  <a:pt x="1440565" y="232564"/>
                  <a:pt x="1092956" y="49004"/>
                  <a:pt x="809968" y="209619"/>
                </a:cubicBezTo>
                <a:cubicBezTo>
                  <a:pt x="561397" y="350699"/>
                  <a:pt x="512091" y="889599"/>
                  <a:pt x="748781" y="1058585"/>
                </a:cubicBezTo>
                <a:cubicBezTo>
                  <a:pt x="1417347" y="1561218"/>
                  <a:pt x="1618510" y="396094"/>
                  <a:pt x="2068118" y="576741"/>
                </a:cubicBezTo>
              </a:path>
            </a:pathLst>
          </a:custGeom>
          <a:noFill/>
          <a:ln w="11472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67625" y="2158872"/>
            <a:ext cx="1848097" cy="2006573"/>
          </a:xfrm>
          <a:custGeom>
            <a:avLst/>
            <a:gdLst/>
            <a:ahLst/>
            <a:cxnLst/>
            <a:rect l="0" t="0" r="0" b="0"/>
            <a:pathLst>
              <a:path w="1848097" h="2006573">
                <a:moveTo>
                  <a:pt x="1625763" y="1058871"/>
                </a:moveTo>
                <a:cubicBezTo>
                  <a:pt x="1600751" y="1100657"/>
                  <a:pt x="1494291" y="1083852"/>
                  <a:pt x="1488128" y="1100657"/>
                </a:cubicBezTo>
                <a:cubicBezTo>
                  <a:pt x="1475934" y="1133908"/>
                  <a:pt x="1479544" y="1175596"/>
                  <a:pt x="1494291" y="1192271"/>
                </a:cubicBezTo>
                <a:cubicBezTo>
                  <a:pt x="1509037" y="1208947"/>
                  <a:pt x="1531271" y="1231180"/>
                  <a:pt x="1471453" y="1289414"/>
                </a:cubicBezTo>
                <a:cubicBezTo>
                  <a:pt x="1488128" y="1293882"/>
                  <a:pt x="1515540" y="1320114"/>
                  <a:pt x="1485033" y="1381256"/>
                </a:cubicBezTo>
                <a:cubicBezTo>
                  <a:pt x="1479657" y="1392029"/>
                  <a:pt x="1461791" y="1411827"/>
                  <a:pt x="1475934" y="1445178"/>
                </a:cubicBezTo>
                <a:cubicBezTo>
                  <a:pt x="1490077" y="1478527"/>
                  <a:pt x="1488128" y="1606175"/>
                  <a:pt x="1353616" y="1606175"/>
                </a:cubicBezTo>
                <a:cubicBezTo>
                  <a:pt x="1031058" y="1610109"/>
                  <a:pt x="1028192" y="1842552"/>
                  <a:pt x="1100525" y="2006573"/>
                </a:cubicBezTo>
                <a:lnTo>
                  <a:pt x="320529" y="2006573"/>
                </a:lnTo>
                <a:cubicBezTo>
                  <a:pt x="344907" y="1956884"/>
                  <a:pt x="386230" y="1864434"/>
                  <a:pt x="401062" y="1758753"/>
                </a:cubicBezTo>
                <a:cubicBezTo>
                  <a:pt x="405221" y="1728918"/>
                  <a:pt x="407573" y="1700191"/>
                  <a:pt x="407352" y="1671362"/>
                </a:cubicBezTo>
                <a:cubicBezTo>
                  <a:pt x="405886" y="1544037"/>
                  <a:pt x="352766" y="1415010"/>
                  <a:pt x="181488" y="1181783"/>
                </a:cubicBezTo>
                <a:cubicBezTo>
                  <a:pt x="37726" y="986020"/>
                  <a:pt x="0" y="771507"/>
                  <a:pt x="39856" y="579779"/>
                </a:cubicBezTo>
                <a:cubicBezTo>
                  <a:pt x="106683" y="258139"/>
                  <a:pt x="391839" y="0"/>
                  <a:pt x="762130" y="0"/>
                </a:cubicBezTo>
                <a:cubicBezTo>
                  <a:pt x="1189922" y="0"/>
                  <a:pt x="1504059" y="224933"/>
                  <a:pt x="1494291" y="630151"/>
                </a:cubicBezTo>
                <a:cubicBezTo>
                  <a:pt x="1491819" y="733022"/>
                  <a:pt x="1471808" y="759350"/>
                  <a:pt x="1509037" y="830977"/>
                </a:cubicBezTo>
                <a:cubicBezTo>
                  <a:pt x="1523666" y="859122"/>
                  <a:pt x="1552683" y="915561"/>
                  <a:pt x="1578517" y="942624"/>
                </a:cubicBezTo>
                <a:cubicBezTo>
                  <a:pt x="1618429" y="984437"/>
                  <a:pt x="1650776" y="1017083"/>
                  <a:pt x="1625763" y="1058871"/>
                </a:cubicBezTo>
                <a:close/>
                <a:moveTo>
                  <a:pt x="990939" y="259862"/>
                </a:moveTo>
                <a:cubicBezTo>
                  <a:pt x="932912" y="259187"/>
                  <a:pt x="887579" y="276284"/>
                  <a:pt x="852167" y="303729"/>
                </a:cubicBezTo>
                <a:cubicBezTo>
                  <a:pt x="740110" y="149312"/>
                  <a:pt x="509334" y="237078"/>
                  <a:pt x="460596" y="345145"/>
                </a:cubicBezTo>
                <a:cubicBezTo>
                  <a:pt x="450353" y="367843"/>
                  <a:pt x="445071" y="389940"/>
                  <a:pt x="443722" y="411530"/>
                </a:cubicBezTo>
                <a:cubicBezTo>
                  <a:pt x="350918" y="498794"/>
                  <a:pt x="319954" y="617167"/>
                  <a:pt x="354882" y="711291"/>
                </a:cubicBezTo>
                <a:cubicBezTo>
                  <a:pt x="312354" y="731010"/>
                  <a:pt x="281442" y="766452"/>
                  <a:pt x="266520" y="826559"/>
                </a:cubicBezTo>
                <a:cubicBezTo>
                  <a:pt x="231717" y="966810"/>
                  <a:pt x="408339" y="1084418"/>
                  <a:pt x="533640" y="1029287"/>
                </a:cubicBezTo>
                <a:cubicBezTo>
                  <a:pt x="560788" y="1071863"/>
                  <a:pt x="607773" y="1098373"/>
                  <a:pt x="660711" y="1107708"/>
                </a:cubicBezTo>
                <a:cubicBezTo>
                  <a:pt x="662935" y="1114810"/>
                  <a:pt x="665737" y="1121786"/>
                  <a:pt x="669162" y="1128632"/>
                </a:cubicBezTo>
                <a:cubicBezTo>
                  <a:pt x="711606" y="1213403"/>
                  <a:pt x="869312" y="1239807"/>
                  <a:pt x="1006088" y="1133680"/>
                </a:cubicBezTo>
                <a:cubicBezTo>
                  <a:pt x="1068369" y="1085331"/>
                  <a:pt x="1099579" y="1032015"/>
                  <a:pt x="1109095" y="982263"/>
                </a:cubicBezTo>
                <a:cubicBezTo>
                  <a:pt x="1183985" y="924078"/>
                  <a:pt x="1235622" y="843705"/>
                  <a:pt x="1254537" y="761098"/>
                </a:cubicBezTo>
                <a:cubicBezTo>
                  <a:pt x="1279097" y="653817"/>
                  <a:pt x="1261965" y="565901"/>
                  <a:pt x="1224741" y="502839"/>
                </a:cubicBezTo>
                <a:cubicBezTo>
                  <a:pt x="1230636" y="384646"/>
                  <a:pt x="1130876" y="261509"/>
                  <a:pt x="990939" y="259862"/>
                </a:cubicBezTo>
                <a:close/>
                <a:moveTo>
                  <a:pt x="733790" y="550517"/>
                </a:moveTo>
                <a:cubicBezTo>
                  <a:pt x="724797" y="611378"/>
                  <a:pt x="726170" y="657530"/>
                  <a:pt x="726170" y="657530"/>
                </a:cubicBezTo>
                <a:moveTo>
                  <a:pt x="733790" y="550517"/>
                </a:moveTo>
                <a:cubicBezTo>
                  <a:pt x="740612" y="504358"/>
                  <a:pt x="753397" y="449737"/>
                  <a:pt x="777269" y="400376"/>
                </a:cubicBezTo>
                <a:moveTo>
                  <a:pt x="650640" y="543863"/>
                </a:moveTo>
                <a:cubicBezTo>
                  <a:pt x="677961" y="542157"/>
                  <a:pt x="705890" y="545008"/>
                  <a:pt x="733790" y="550517"/>
                </a:cubicBezTo>
                <a:moveTo>
                  <a:pt x="802784" y="568623"/>
                </a:moveTo>
                <a:cubicBezTo>
                  <a:pt x="780048" y="561482"/>
                  <a:pt x="756929" y="555085"/>
                  <a:pt x="733790" y="550517"/>
                </a:cubicBezTo>
                <a:moveTo>
                  <a:pt x="777269" y="400376"/>
                </a:moveTo>
                <a:cubicBezTo>
                  <a:pt x="780634" y="393417"/>
                  <a:pt x="784220" y="386563"/>
                  <a:pt x="788041" y="379850"/>
                </a:cubicBezTo>
                <a:moveTo>
                  <a:pt x="799207" y="392050"/>
                </a:moveTo>
                <a:cubicBezTo>
                  <a:pt x="791849" y="394378"/>
                  <a:pt x="784527" y="397145"/>
                  <a:pt x="777269" y="400376"/>
                </a:cubicBezTo>
                <a:moveTo>
                  <a:pt x="650640" y="543863"/>
                </a:moveTo>
                <a:cubicBezTo>
                  <a:pt x="668782" y="491774"/>
                  <a:pt x="701667" y="445585"/>
                  <a:pt x="749734" y="415141"/>
                </a:cubicBezTo>
                <a:cubicBezTo>
                  <a:pt x="758776" y="409418"/>
                  <a:pt x="767971" y="404516"/>
                  <a:pt x="777269" y="400376"/>
                </a:cubicBezTo>
                <a:moveTo>
                  <a:pt x="890699" y="383685"/>
                </a:moveTo>
                <a:cubicBezTo>
                  <a:pt x="886728" y="369342"/>
                  <a:pt x="881359" y="355098"/>
                  <a:pt x="874435" y="340976"/>
                </a:cubicBezTo>
                <a:cubicBezTo>
                  <a:pt x="867704" y="327246"/>
                  <a:pt x="860244" y="314859"/>
                  <a:pt x="852167" y="303729"/>
                </a:cubicBezTo>
                <a:cubicBezTo>
                  <a:pt x="825596" y="324322"/>
                  <a:pt x="804611" y="350742"/>
                  <a:pt x="788041" y="379850"/>
                </a:cubicBezTo>
                <a:moveTo>
                  <a:pt x="788041" y="379850"/>
                </a:moveTo>
                <a:cubicBezTo>
                  <a:pt x="718348" y="311641"/>
                  <a:pt x="575442" y="301460"/>
                  <a:pt x="461767" y="395611"/>
                </a:cubicBezTo>
                <a:cubicBezTo>
                  <a:pt x="455513" y="400789"/>
                  <a:pt x="449497" y="406099"/>
                  <a:pt x="443722" y="411530"/>
                </a:cubicBezTo>
                <a:cubicBezTo>
                  <a:pt x="439451" y="479913"/>
                  <a:pt x="474641" y="543207"/>
                  <a:pt x="516634" y="604444"/>
                </a:cubicBezTo>
                <a:moveTo>
                  <a:pt x="799207" y="392050"/>
                </a:moveTo>
                <a:cubicBezTo>
                  <a:pt x="795734" y="387801"/>
                  <a:pt x="792006" y="383732"/>
                  <a:pt x="788041" y="379850"/>
                </a:cubicBezTo>
                <a:moveTo>
                  <a:pt x="982184" y="411993"/>
                </a:moveTo>
                <a:cubicBezTo>
                  <a:pt x="992182" y="405343"/>
                  <a:pt x="1004324" y="400074"/>
                  <a:pt x="1018967" y="396343"/>
                </a:cubicBezTo>
                <a:cubicBezTo>
                  <a:pt x="1089015" y="378506"/>
                  <a:pt x="1174894" y="418391"/>
                  <a:pt x="1224741" y="502839"/>
                </a:cubicBezTo>
                <a:cubicBezTo>
                  <a:pt x="1220426" y="589359"/>
                  <a:pt x="1159493" y="673229"/>
                  <a:pt x="1016259" y="704852"/>
                </a:cubicBezTo>
                <a:cubicBezTo>
                  <a:pt x="999675" y="708513"/>
                  <a:pt x="982915" y="711381"/>
                  <a:pt x="966039" y="713572"/>
                </a:cubicBezTo>
                <a:moveTo>
                  <a:pt x="966039" y="713572"/>
                </a:moveTo>
                <a:cubicBezTo>
                  <a:pt x="914068" y="720317"/>
                  <a:pt x="860979" y="720634"/>
                  <a:pt x="808394" y="717841"/>
                </a:cubicBezTo>
                <a:moveTo>
                  <a:pt x="972006" y="790003"/>
                </a:moveTo>
                <a:cubicBezTo>
                  <a:pt x="971432" y="764308"/>
                  <a:pt x="969143" y="738701"/>
                  <a:pt x="966039" y="713572"/>
                </a:cubicBezTo>
                <a:moveTo>
                  <a:pt x="966039" y="713572"/>
                </a:moveTo>
                <a:cubicBezTo>
                  <a:pt x="961925" y="680277"/>
                  <a:pt x="956379" y="647820"/>
                  <a:pt x="951489" y="617111"/>
                </a:cubicBezTo>
                <a:moveTo>
                  <a:pt x="808394" y="717841"/>
                </a:moveTo>
                <a:cubicBezTo>
                  <a:pt x="765561" y="715565"/>
                  <a:pt x="723062" y="711226"/>
                  <a:pt x="681777" y="706619"/>
                </a:cubicBezTo>
                <a:moveTo>
                  <a:pt x="869985" y="591373"/>
                </a:moveTo>
                <a:cubicBezTo>
                  <a:pt x="853580" y="633767"/>
                  <a:pt x="831807" y="676100"/>
                  <a:pt x="808394" y="717841"/>
                </a:cubicBezTo>
                <a:moveTo>
                  <a:pt x="808394" y="717841"/>
                </a:moveTo>
                <a:cubicBezTo>
                  <a:pt x="791691" y="747620"/>
                  <a:pt x="774152" y="777098"/>
                  <a:pt x="757131" y="806081"/>
                </a:cubicBezTo>
                <a:moveTo>
                  <a:pt x="681777" y="706619"/>
                </a:moveTo>
                <a:cubicBezTo>
                  <a:pt x="667291" y="705002"/>
                  <a:pt x="652954" y="703353"/>
                  <a:pt x="638805" y="701747"/>
                </a:cubicBezTo>
                <a:moveTo>
                  <a:pt x="802784" y="568623"/>
                </a:moveTo>
                <a:cubicBezTo>
                  <a:pt x="774863" y="616419"/>
                  <a:pt x="729025" y="661966"/>
                  <a:pt x="681777" y="706619"/>
                </a:cubicBezTo>
                <a:moveTo>
                  <a:pt x="681777" y="706619"/>
                </a:moveTo>
                <a:cubicBezTo>
                  <a:pt x="670468" y="717308"/>
                  <a:pt x="659078" y="727944"/>
                  <a:pt x="647834" y="738549"/>
                </a:cubicBezTo>
                <a:moveTo>
                  <a:pt x="638805" y="701747"/>
                </a:moveTo>
                <a:cubicBezTo>
                  <a:pt x="619104" y="699512"/>
                  <a:pt x="599766" y="697362"/>
                  <a:pt x="580893" y="695508"/>
                </a:cubicBezTo>
                <a:moveTo>
                  <a:pt x="650640" y="543863"/>
                </a:moveTo>
                <a:cubicBezTo>
                  <a:pt x="633194" y="593953"/>
                  <a:pt x="629380" y="649499"/>
                  <a:pt x="638805" y="701747"/>
                </a:cubicBezTo>
                <a:moveTo>
                  <a:pt x="647834" y="738549"/>
                </a:moveTo>
                <a:cubicBezTo>
                  <a:pt x="644070" y="726550"/>
                  <a:pt x="641059" y="714243"/>
                  <a:pt x="638805" y="701747"/>
                </a:cubicBezTo>
                <a:moveTo>
                  <a:pt x="580893" y="695508"/>
                </a:moveTo>
                <a:cubicBezTo>
                  <a:pt x="542934" y="691780"/>
                  <a:pt x="506857" y="689245"/>
                  <a:pt x="473496" y="689608"/>
                </a:cubicBezTo>
                <a:moveTo>
                  <a:pt x="621280" y="763909"/>
                </a:moveTo>
                <a:cubicBezTo>
                  <a:pt x="610411" y="741075"/>
                  <a:pt x="596348" y="718331"/>
                  <a:pt x="580893" y="695508"/>
                </a:cubicBezTo>
                <a:moveTo>
                  <a:pt x="580893" y="695508"/>
                </a:moveTo>
                <a:cubicBezTo>
                  <a:pt x="560514" y="665417"/>
                  <a:pt x="537717" y="635189"/>
                  <a:pt x="516634" y="604444"/>
                </a:cubicBezTo>
                <a:moveTo>
                  <a:pt x="485810" y="836255"/>
                </a:moveTo>
                <a:cubicBezTo>
                  <a:pt x="468124" y="831916"/>
                  <a:pt x="451702" y="825014"/>
                  <a:pt x="436812" y="814857"/>
                </a:cubicBezTo>
                <a:cubicBezTo>
                  <a:pt x="397104" y="787753"/>
                  <a:pt x="369901" y="751764"/>
                  <a:pt x="354882" y="711291"/>
                </a:cubicBezTo>
                <a:cubicBezTo>
                  <a:pt x="388048" y="695914"/>
                  <a:pt x="428277" y="690100"/>
                  <a:pt x="473496" y="689608"/>
                </a:cubicBezTo>
                <a:moveTo>
                  <a:pt x="485810" y="836255"/>
                </a:moveTo>
                <a:cubicBezTo>
                  <a:pt x="468282" y="785605"/>
                  <a:pt x="464407" y="733969"/>
                  <a:pt x="473496" y="689608"/>
                </a:cubicBezTo>
                <a:moveTo>
                  <a:pt x="516634" y="604444"/>
                </a:moveTo>
                <a:cubicBezTo>
                  <a:pt x="516445" y="604633"/>
                  <a:pt x="516256" y="604824"/>
                  <a:pt x="516067" y="605015"/>
                </a:cubicBezTo>
                <a:cubicBezTo>
                  <a:pt x="494661" y="626668"/>
                  <a:pt x="480371" y="656058"/>
                  <a:pt x="473496" y="689608"/>
                </a:cubicBezTo>
                <a:moveTo>
                  <a:pt x="591046" y="986342"/>
                </a:moveTo>
                <a:cubicBezTo>
                  <a:pt x="574173" y="1005973"/>
                  <a:pt x="554626" y="1020052"/>
                  <a:pt x="533640" y="1029287"/>
                </a:cubicBezTo>
                <a:cubicBezTo>
                  <a:pt x="519270" y="1006751"/>
                  <a:pt x="510458" y="979713"/>
                  <a:pt x="509261" y="948339"/>
                </a:cubicBezTo>
                <a:cubicBezTo>
                  <a:pt x="508664" y="932623"/>
                  <a:pt x="511413" y="917090"/>
                  <a:pt x="516842" y="901685"/>
                </a:cubicBezTo>
                <a:moveTo>
                  <a:pt x="642236" y="830708"/>
                </a:moveTo>
                <a:cubicBezTo>
                  <a:pt x="644490" y="848223"/>
                  <a:pt x="643919" y="865881"/>
                  <a:pt x="639743" y="883756"/>
                </a:cubicBezTo>
                <a:cubicBezTo>
                  <a:pt x="629457" y="927787"/>
                  <a:pt x="612392" y="961507"/>
                  <a:pt x="591046" y="986342"/>
                </a:cubicBezTo>
                <a:moveTo>
                  <a:pt x="656828" y="1028497"/>
                </a:moveTo>
                <a:cubicBezTo>
                  <a:pt x="632469" y="1016470"/>
                  <a:pt x="610557" y="1002231"/>
                  <a:pt x="591046" y="986342"/>
                </a:cubicBezTo>
                <a:moveTo>
                  <a:pt x="516842" y="901685"/>
                </a:moveTo>
                <a:cubicBezTo>
                  <a:pt x="535806" y="932512"/>
                  <a:pt x="560480" y="961451"/>
                  <a:pt x="591046" y="986342"/>
                </a:cubicBezTo>
                <a:moveTo>
                  <a:pt x="642236" y="830708"/>
                </a:moveTo>
                <a:cubicBezTo>
                  <a:pt x="639347" y="808255"/>
                  <a:pt x="631814" y="786040"/>
                  <a:pt x="621280" y="763909"/>
                </a:cubicBezTo>
                <a:moveTo>
                  <a:pt x="690017" y="820816"/>
                </a:moveTo>
                <a:cubicBezTo>
                  <a:pt x="673868" y="824344"/>
                  <a:pt x="657911" y="827720"/>
                  <a:pt x="642236" y="830708"/>
                </a:cubicBezTo>
                <a:moveTo>
                  <a:pt x="642236" y="830708"/>
                </a:moveTo>
                <a:cubicBezTo>
                  <a:pt x="610084" y="836835"/>
                  <a:pt x="579121" y="841326"/>
                  <a:pt x="550140" y="842142"/>
                </a:cubicBezTo>
                <a:moveTo>
                  <a:pt x="647834" y="738549"/>
                </a:moveTo>
                <a:cubicBezTo>
                  <a:pt x="638851" y="747020"/>
                  <a:pt x="629961" y="755470"/>
                  <a:pt x="621280" y="763909"/>
                </a:cubicBezTo>
                <a:moveTo>
                  <a:pt x="621280" y="763909"/>
                </a:moveTo>
                <a:cubicBezTo>
                  <a:pt x="594437" y="790003"/>
                  <a:pt x="569587" y="815987"/>
                  <a:pt x="550140" y="842142"/>
                </a:cubicBezTo>
                <a:moveTo>
                  <a:pt x="516634" y="604444"/>
                </a:moveTo>
                <a:cubicBezTo>
                  <a:pt x="557203" y="563675"/>
                  <a:pt x="602997" y="546839"/>
                  <a:pt x="650640" y="543863"/>
                </a:cubicBezTo>
                <a:moveTo>
                  <a:pt x="890699" y="383685"/>
                </a:moveTo>
                <a:cubicBezTo>
                  <a:pt x="909477" y="451499"/>
                  <a:pt x="897016" y="521520"/>
                  <a:pt x="869985" y="591373"/>
                </a:cubicBezTo>
                <a:moveTo>
                  <a:pt x="982184" y="411993"/>
                </a:moveTo>
                <a:cubicBezTo>
                  <a:pt x="954490" y="397654"/>
                  <a:pt x="923249" y="387393"/>
                  <a:pt x="890699" y="383685"/>
                </a:cubicBezTo>
                <a:moveTo>
                  <a:pt x="890699" y="383685"/>
                </a:moveTo>
                <a:cubicBezTo>
                  <a:pt x="860727" y="380272"/>
                  <a:pt x="829647" y="382416"/>
                  <a:pt x="799207" y="392050"/>
                </a:cubicBezTo>
                <a:moveTo>
                  <a:pt x="869985" y="591373"/>
                </a:moveTo>
                <a:cubicBezTo>
                  <a:pt x="848222" y="583773"/>
                  <a:pt x="825697" y="575821"/>
                  <a:pt x="802784" y="568623"/>
                </a:cubicBezTo>
                <a:moveTo>
                  <a:pt x="951489" y="617111"/>
                </a:moveTo>
                <a:cubicBezTo>
                  <a:pt x="926225" y="610860"/>
                  <a:pt x="898770" y="601426"/>
                  <a:pt x="869985" y="591373"/>
                </a:cubicBezTo>
                <a:moveTo>
                  <a:pt x="757131" y="806081"/>
                </a:moveTo>
                <a:cubicBezTo>
                  <a:pt x="746740" y="823774"/>
                  <a:pt x="736542" y="841283"/>
                  <a:pt x="726845" y="858565"/>
                </a:cubicBezTo>
                <a:moveTo>
                  <a:pt x="972006" y="790003"/>
                </a:moveTo>
                <a:cubicBezTo>
                  <a:pt x="904369" y="778414"/>
                  <a:pt x="830104" y="790582"/>
                  <a:pt x="757131" y="806081"/>
                </a:cubicBezTo>
                <a:moveTo>
                  <a:pt x="757131" y="806081"/>
                </a:moveTo>
                <a:cubicBezTo>
                  <a:pt x="734557" y="810876"/>
                  <a:pt x="712108" y="815989"/>
                  <a:pt x="690017" y="820816"/>
                </a:cubicBezTo>
                <a:moveTo>
                  <a:pt x="726845" y="858565"/>
                </a:moveTo>
                <a:cubicBezTo>
                  <a:pt x="693175" y="918569"/>
                  <a:pt x="665541" y="975824"/>
                  <a:pt x="656828" y="1028497"/>
                </a:cubicBezTo>
                <a:moveTo>
                  <a:pt x="726845" y="858565"/>
                </a:moveTo>
                <a:cubicBezTo>
                  <a:pt x="713055" y="847473"/>
                  <a:pt x="700773" y="834771"/>
                  <a:pt x="690017" y="820816"/>
                </a:cubicBezTo>
                <a:moveTo>
                  <a:pt x="958415" y="910672"/>
                </a:moveTo>
                <a:cubicBezTo>
                  <a:pt x="893422" y="922897"/>
                  <a:pt x="827556" y="916293"/>
                  <a:pt x="760052" y="880465"/>
                </a:cubicBezTo>
                <a:cubicBezTo>
                  <a:pt x="748156" y="874149"/>
                  <a:pt x="737084" y="866800"/>
                  <a:pt x="726845" y="858565"/>
                </a:cubicBezTo>
                <a:moveTo>
                  <a:pt x="844511" y="1070966"/>
                </a:moveTo>
                <a:cubicBezTo>
                  <a:pt x="789238" y="1106659"/>
                  <a:pt x="721101" y="1118358"/>
                  <a:pt x="660711" y="1107708"/>
                </a:cubicBezTo>
                <a:cubicBezTo>
                  <a:pt x="652900" y="1082757"/>
                  <a:pt x="652235" y="1056264"/>
                  <a:pt x="656828" y="1028497"/>
                </a:cubicBezTo>
                <a:moveTo>
                  <a:pt x="844511" y="1070966"/>
                </a:moveTo>
                <a:cubicBezTo>
                  <a:pt x="809169" y="1070626"/>
                  <a:pt x="772350" y="1066078"/>
                  <a:pt x="734366" y="1056662"/>
                </a:cubicBezTo>
                <a:cubicBezTo>
                  <a:pt x="706205" y="1049679"/>
                  <a:pt x="680374" y="1040121"/>
                  <a:pt x="656828" y="1028497"/>
                </a:cubicBezTo>
                <a:moveTo>
                  <a:pt x="1089207" y="863310"/>
                </a:moveTo>
                <a:cubicBezTo>
                  <a:pt x="1108742" y="896021"/>
                  <a:pt x="1117616" y="937713"/>
                  <a:pt x="1109095" y="982263"/>
                </a:cubicBezTo>
                <a:cubicBezTo>
                  <a:pt x="1038784" y="1036892"/>
                  <a:pt x="947977" y="1071964"/>
                  <a:pt x="844511" y="1070966"/>
                </a:cubicBezTo>
                <a:moveTo>
                  <a:pt x="1089207" y="863310"/>
                </a:moveTo>
                <a:cubicBezTo>
                  <a:pt x="1072011" y="834516"/>
                  <a:pt x="1046554" y="812682"/>
                  <a:pt x="1017430" y="801984"/>
                </a:cubicBezTo>
                <a:cubicBezTo>
                  <a:pt x="1002702" y="796575"/>
                  <a:pt x="987528" y="792664"/>
                  <a:pt x="972006" y="790003"/>
                </a:cubicBezTo>
                <a:moveTo>
                  <a:pt x="958415" y="910672"/>
                </a:moveTo>
                <a:cubicBezTo>
                  <a:pt x="1002332" y="902412"/>
                  <a:pt x="1045851" y="885556"/>
                  <a:pt x="1089207" y="863310"/>
                </a:cubicBezTo>
                <a:moveTo>
                  <a:pt x="1089207" y="863310"/>
                </a:moveTo>
                <a:cubicBezTo>
                  <a:pt x="1368793" y="719855"/>
                  <a:pt x="1487936" y="451000"/>
                  <a:pt x="1848097" y="547504"/>
                </a:cubicBezTo>
                <a:moveTo>
                  <a:pt x="972006" y="790003"/>
                </a:moveTo>
                <a:cubicBezTo>
                  <a:pt x="972911" y="830517"/>
                  <a:pt x="969555" y="871249"/>
                  <a:pt x="958415" y="910672"/>
                </a:cubicBezTo>
                <a:moveTo>
                  <a:pt x="690017" y="820816"/>
                </a:moveTo>
                <a:cubicBezTo>
                  <a:pt x="671321" y="796560"/>
                  <a:pt x="657232" y="768516"/>
                  <a:pt x="647834" y="738549"/>
                </a:cubicBezTo>
                <a:moveTo>
                  <a:pt x="550140" y="842142"/>
                </a:moveTo>
                <a:cubicBezTo>
                  <a:pt x="527343" y="842785"/>
                  <a:pt x="505772" y="841153"/>
                  <a:pt x="485810" y="836255"/>
                </a:cubicBezTo>
                <a:moveTo>
                  <a:pt x="550140" y="842142"/>
                </a:moveTo>
                <a:cubicBezTo>
                  <a:pt x="535485" y="861853"/>
                  <a:pt x="523899" y="881660"/>
                  <a:pt x="516842" y="901685"/>
                </a:cubicBezTo>
                <a:moveTo>
                  <a:pt x="516842" y="901685"/>
                </a:moveTo>
                <a:cubicBezTo>
                  <a:pt x="503828" y="880531"/>
                  <a:pt x="493504" y="858488"/>
                  <a:pt x="485810" y="836255"/>
                </a:cubicBezTo>
                <a:moveTo>
                  <a:pt x="799207" y="392050"/>
                </a:moveTo>
                <a:cubicBezTo>
                  <a:pt x="815208" y="411625"/>
                  <a:pt x="825775" y="435009"/>
                  <a:pt x="829063" y="461366"/>
                </a:cubicBezTo>
                <a:cubicBezTo>
                  <a:pt x="833705" y="498621"/>
                  <a:pt x="822890" y="534205"/>
                  <a:pt x="802784" y="568623"/>
                </a:cubicBezTo>
                <a:moveTo>
                  <a:pt x="844511" y="1070966"/>
                </a:moveTo>
                <a:cubicBezTo>
                  <a:pt x="859467" y="1061310"/>
                  <a:pt x="873480" y="1049896"/>
                  <a:pt x="886144" y="1036694"/>
                </a:cubicBezTo>
                <a:cubicBezTo>
                  <a:pt x="923457" y="997803"/>
                  <a:pt x="945871" y="955068"/>
                  <a:pt x="958415" y="910672"/>
                </a:cubicBezTo>
                <a:moveTo>
                  <a:pt x="982184" y="411993"/>
                </a:moveTo>
                <a:cubicBezTo>
                  <a:pt x="927997" y="448034"/>
                  <a:pt x="936768" y="524658"/>
                  <a:pt x="951489" y="617111"/>
                </a:cubicBezTo>
                <a:moveTo>
                  <a:pt x="982184" y="411993"/>
                </a:moveTo>
                <a:cubicBezTo>
                  <a:pt x="1055207" y="449802"/>
                  <a:pt x="1103557" y="515964"/>
                  <a:pt x="1086147" y="565080"/>
                </a:cubicBezTo>
                <a:cubicBezTo>
                  <a:pt x="1063663" y="628505"/>
                  <a:pt x="1014359" y="632666"/>
                  <a:pt x="951489" y="617111"/>
                </a:cubicBezTo>
              </a:path>
            </a:pathLst>
          </a:custGeom>
          <a:noFill/>
          <a:ln w="11472">
            <a:solidFill>
              <a:srgbClr val="DE8431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12470" y="1581422"/>
            <a:ext cx="280743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484848"/>
                </a:solidFill>
                <a:latin typeface="Roboto"/>
              </a:rPr>
              <a:t>MQ IntelliMesh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47300" y="4634494"/>
            <a:ext cx="1250822" cy="1835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DE8431"/>
                </a:solidFill>
                <a:latin typeface="Roboto"/>
              </a:rPr>
              <a:t>Discover 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1668" y="4634493"/>
            <a:ext cx="113332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E0CB15"/>
                </a:solidFill>
                <a:latin typeface="Roboto"/>
              </a:rPr>
              <a:t>Diagnose Issues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0991" y="4634493"/>
            <a:ext cx="134594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3CC583"/>
                </a:solidFill>
                <a:latin typeface="Roboto"/>
              </a:rPr>
              <a:t>Design Target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3046" y="4634493"/>
            <a:ext cx="101309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4E88E7"/>
                </a:solidFill>
                <a:latin typeface="Roboto"/>
              </a:rPr>
              <a:t>Defend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6080" y="4909462"/>
            <a:ext cx="853270" cy="275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Map current MQ
connections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4186" y="4909462"/>
            <a:ext cx="1148312" cy="275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Identify violations and
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4862" y="5001217"/>
            <a:ext cx="121828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Create valid, constraint-
enforced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9696" y="4909462"/>
            <a:ext cx="1039828" cy="2753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>
                <a:solidFill>
                  <a:srgbClr val="484848"/>
                </a:solidFill>
                <a:latin typeface="Roboto"/>
              </a:rPr>
              <a:t>Provide measurable
evidence for validity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001E-3840-0FE9-5987-FDFE2B067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9AF54-ADA7-7A86-6057-EB63E017F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66" y="2157235"/>
            <a:ext cx="10336067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227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3A9F-C59A-8896-5760-3A54B763B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8C2CE-1844-2A3F-AE2B-7E3CC6EC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0" y="2689533"/>
            <a:ext cx="11217639" cy="188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223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7F75-EE32-BA7E-1C24-C7417BDD7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6AD301-FC05-FB4C-53EC-594914BEF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97" y="1738076"/>
            <a:ext cx="11326806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684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4559E2-E1BD-39C1-1B5A-0B779D62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704" y="2457314"/>
            <a:ext cx="907859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30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EE268-E784-1E22-9F18-733AE85C7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037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01138-F416-A7F5-0547-17CE886F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4361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42CD8-D8A0-1606-7775-8799CEE9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213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72</Words>
  <Application>Microsoft Office PowerPoint</Application>
  <PresentationFormat>Widescreen</PresentationFormat>
  <Paragraphs>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Sannidhi Chintakunta</dc:creator>
  <cp:lastModifiedBy>Sannidhi Chintakunta</cp:lastModifiedBy>
  <cp:revision>1</cp:revision>
  <dcterms:created xsi:type="dcterms:W3CDTF">2026-04-06T06:15:30Z</dcterms:created>
  <dcterms:modified xsi:type="dcterms:W3CDTF">2026-04-06T07:19:19Z</dcterms:modified>
</cp:coreProperties>
</file>