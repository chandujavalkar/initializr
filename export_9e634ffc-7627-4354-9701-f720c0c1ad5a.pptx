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48883" y="4680689"/>
            <a:ext cx="810567" cy="624735"/>
          </a:xfrm>
          <a:custGeom>
            <a:avLst/>
            <a:gdLst/>
            <a:ahLst/>
            <a:cxnLst/>
            <a:rect l="0" t="0" r="0" b="0"/>
            <a:pathLst>
              <a:path w="810567" h="624735">
                <a:moveTo>
                  <a:pt x="280330" y="557517"/>
                </a:moveTo>
                <a:cubicBezTo>
                  <a:pt x="296970" y="596493"/>
                  <a:pt x="346614" y="624735"/>
                  <a:pt x="405374" y="624735"/>
                </a:cubicBezTo>
                <a:cubicBezTo>
                  <a:pt x="464143" y="624735"/>
                  <a:pt x="513778" y="596493"/>
                  <a:pt x="530428" y="557517"/>
                </a:cubicBezTo>
                <a:cubicBezTo>
                  <a:pt x="493814" y="567309"/>
                  <a:pt x="451018" y="573014"/>
                  <a:pt x="405374" y="573014"/>
                </a:cubicBezTo>
                <a:cubicBezTo>
                  <a:pt x="359730" y="573014"/>
                  <a:pt x="316944" y="567309"/>
                  <a:pt x="280330" y="557517"/>
                </a:cubicBezTo>
                <a:moveTo>
                  <a:pt x="160515" y="469858"/>
                </a:moveTo>
                <a:cubicBezTo>
                  <a:pt x="169545" y="527570"/>
                  <a:pt x="275672" y="573014"/>
                  <a:pt x="405374" y="573014"/>
                </a:cubicBezTo>
                <a:cubicBezTo>
                  <a:pt x="535085" y="573014"/>
                  <a:pt x="641299" y="527475"/>
                  <a:pt x="650243" y="469858"/>
                </a:cubicBezTo>
                <a:cubicBezTo>
                  <a:pt x="592712" y="486213"/>
                  <a:pt x="504463" y="496671"/>
                  <a:pt x="405374" y="496671"/>
                </a:cubicBezTo>
                <a:cubicBezTo>
                  <a:pt x="306295" y="496671"/>
                  <a:pt x="217951" y="486213"/>
                  <a:pt x="160515" y="469858"/>
                </a:cubicBezTo>
                <a:moveTo>
                  <a:pt x="46310" y="0"/>
                </a:moveTo>
                <a:cubicBezTo>
                  <a:pt x="16830" y="34128"/>
                  <a:pt x="0" y="63988"/>
                  <a:pt x="0" y="79486"/>
                </a:cubicBezTo>
                <a:cubicBezTo>
                  <a:pt x="0" y="90420"/>
                  <a:pt x="8362" y="100879"/>
                  <a:pt x="23583" y="110670"/>
                </a:cubicBezTo>
                <a:cubicBezTo>
                  <a:pt x="43548" y="123405"/>
                  <a:pt x="50206" y="149171"/>
                  <a:pt x="38414" y="169706"/>
                </a:cubicBezTo>
                <a:cubicBezTo>
                  <a:pt x="31184" y="182260"/>
                  <a:pt x="27384" y="192719"/>
                  <a:pt x="27384" y="199844"/>
                </a:cubicBezTo>
                <a:cubicBezTo>
                  <a:pt x="27384" y="210873"/>
                  <a:pt x="36518" y="221427"/>
                  <a:pt x="53063" y="231124"/>
                </a:cubicBezTo>
                <a:cubicBezTo>
                  <a:pt x="73599" y="243106"/>
                  <a:pt x="81686" y="269157"/>
                  <a:pt x="69894" y="289883"/>
                </a:cubicBezTo>
                <a:cubicBezTo>
                  <a:pt x="63426" y="301199"/>
                  <a:pt x="59997" y="310705"/>
                  <a:pt x="59997" y="317172"/>
                </a:cubicBezTo>
                <a:cubicBezTo>
                  <a:pt x="59997" y="327155"/>
                  <a:pt x="68179" y="336661"/>
                  <a:pt x="83010" y="345500"/>
                </a:cubicBezTo>
                <a:cubicBezTo>
                  <a:pt x="103270" y="357482"/>
                  <a:pt x="109070" y="383724"/>
                  <a:pt x="98231" y="404545"/>
                </a:cubicBezTo>
                <a:cubicBezTo>
                  <a:pt x="93859" y="413004"/>
                  <a:pt x="91478" y="420042"/>
                  <a:pt x="91478" y="425081"/>
                </a:cubicBezTo>
                <a:cubicBezTo>
                  <a:pt x="91478" y="464629"/>
                  <a:pt x="232029" y="496671"/>
                  <a:pt x="405279" y="496671"/>
                </a:cubicBezTo>
                <a:cubicBezTo>
                  <a:pt x="578538" y="496671"/>
                  <a:pt x="719089" y="464629"/>
                  <a:pt x="719089" y="425081"/>
                </a:cubicBezTo>
                <a:cubicBezTo>
                  <a:pt x="719089" y="420042"/>
                  <a:pt x="716803" y="413004"/>
                  <a:pt x="712336" y="404545"/>
                </a:cubicBezTo>
                <a:cubicBezTo>
                  <a:pt x="701497" y="383724"/>
                  <a:pt x="707393" y="357482"/>
                  <a:pt x="727548" y="345500"/>
                </a:cubicBezTo>
                <a:cubicBezTo>
                  <a:pt x="742388" y="336756"/>
                  <a:pt x="750560" y="327155"/>
                  <a:pt x="750560" y="317172"/>
                </a:cubicBezTo>
                <a:cubicBezTo>
                  <a:pt x="750560" y="310705"/>
                  <a:pt x="747141" y="301294"/>
                  <a:pt x="740673" y="289883"/>
                </a:cubicBezTo>
                <a:cubicBezTo>
                  <a:pt x="728881" y="269252"/>
                  <a:pt x="736968" y="243201"/>
                  <a:pt x="757504" y="231124"/>
                </a:cubicBezTo>
                <a:cubicBezTo>
                  <a:pt x="774144" y="221427"/>
                  <a:pt x="783183" y="210873"/>
                  <a:pt x="783183" y="199844"/>
                </a:cubicBezTo>
                <a:cubicBezTo>
                  <a:pt x="783183" y="192719"/>
                  <a:pt x="779373" y="182260"/>
                  <a:pt x="772153" y="169706"/>
                </a:cubicBezTo>
                <a:cubicBezTo>
                  <a:pt x="760361" y="149171"/>
                  <a:pt x="767019" y="123310"/>
                  <a:pt x="786984" y="110670"/>
                </a:cubicBezTo>
                <a:cubicBezTo>
                  <a:pt x="802290" y="100974"/>
                  <a:pt x="810567" y="90420"/>
                  <a:pt x="810567" y="79486"/>
                </a:cubicBezTo>
                <a:cubicBezTo>
                  <a:pt x="810567" y="63988"/>
                  <a:pt x="793737" y="34128"/>
                  <a:pt x="764257" y="0"/>
                </a:cubicBezTo>
                <a:cubicBezTo>
                  <a:pt x="696553" y="29470"/>
                  <a:pt x="561232" y="49625"/>
                  <a:pt x="405193" y="49625"/>
                </a:cubicBezTo>
                <a:cubicBezTo>
                  <a:pt x="249145" y="49625"/>
                  <a:pt x="114014" y="29470"/>
                  <a:pt x="46310" y="0"/>
                </a:cubicBezTo>
              </a:path>
            </a:pathLst>
          </a:cu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48883" y="4680689"/>
            <a:ext cx="810758" cy="624734"/>
          </a:xfrm>
          <a:custGeom>
            <a:avLst/>
            <a:gdLst/>
            <a:ahLst/>
            <a:cxnLst/>
            <a:rect l="0" t="0" r="0" b="0"/>
            <a:pathLst>
              <a:path w="810758" h="624734">
                <a:moveTo>
                  <a:pt x="280331" y="557516"/>
                </a:moveTo>
                <a:cubicBezTo>
                  <a:pt x="296972" y="596497"/>
                  <a:pt x="346611" y="624734"/>
                  <a:pt x="405378" y="624734"/>
                </a:cubicBezTo>
                <a:cubicBezTo>
                  <a:pt x="464146" y="624734"/>
                  <a:pt x="513782" y="596497"/>
                  <a:pt x="530423" y="557516"/>
                </a:cubicBezTo>
                <a:cubicBezTo>
                  <a:pt x="493813" y="567308"/>
                  <a:pt x="451022" y="573013"/>
                  <a:pt x="405378" y="573013"/>
                </a:cubicBezTo>
                <a:cubicBezTo>
                  <a:pt x="359734" y="573013"/>
                  <a:pt x="316942" y="567308"/>
                  <a:pt x="280331" y="557516"/>
                </a:cubicBezTo>
                <a:close/>
                <a:moveTo>
                  <a:pt x="160515" y="469858"/>
                </a:moveTo>
                <a:cubicBezTo>
                  <a:pt x="169549" y="527568"/>
                  <a:pt x="275673" y="573015"/>
                  <a:pt x="405378" y="573015"/>
                </a:cubicBezTo>
                <a:cubicBezTo>
                  <a:pt x="535085" y="573015"/>
                  <a:pt x="641303" y="527474"/>
                  <a:pt x="650241" y="469858"/>
                </a:cubicBezTo>
                <a:cubicBezTo>
                  <a:pt x="592710" y="486211"/>
                  <a:pt x="504465" y="496669"/>
                  <a:pt x="405378" y="496669"/>
                </a:cubicBezTo>
                <a:cubicBezTo>
                  <a:pt x="306292" y="496669"/>
                  <a:pt x="217951" y="486211"/>
                  <a:pt x="160515" y="469858"/>
                </a:cubicBezTo>
                <a:close/>
                <a:moveTo>
                  <a:pt x="46309" y="0"/>
                </a:moveTo>
                <a:cubicBezTo>
                  <a:pt x="16831" y="34131"/>
                  <a:pt x="0" y="63985"/>
                  <a:pt x="0" y="79482"/>
                </a:cubicBezTo>
                <a:cubicBezTo>
                  <a:pt x="0" y="90416"/>
                  <a:pt x="8367" y="100874"/>
                  <a:pt x="23582" y="110667"/>
                </a:cubicBezTo>
                <a:cubicBezTo>
                  <a:pt x="43552" y="123406"/>
                  <a:pt x="50208" y="149172"/>
                  <a:pt x="38416" y="169708"/>
                </a:cubicBezTo>
                <a:cubicBezTo>
                  <a:pt x="31189" y="182258"/>
                  <a:pt x="27386" y="192716"/>
                  <a:pt x="27386" y="199847"/>
                </a:cubicBezTo>
                <a:cubicBezTo>
                  <a:pt x="27386" y="210875"/>
                  <a:pt x="36515" y="221429"/>
                  <a:pt x="53060" y="231126"/>
                </a:cubicBezTo>
                <a:cubicBezTo>
                  <a:pt x="73601" y="243106"/>
                  <a:pt x="81684" y="269157"/>
                  <a:pt x="69892" y="289883"/>
                </a:cubicBezTo>
                <a:cubicBezTo>
                  <a:pt x="63426" y="301197"/>
                  <a:pt x="60002" y="310704"/>
                  <a:pt x="60002" y="317170"/>
                </a:cubicBezTo>
                <a:cubicBezTo>
                  <a:pt x="60002" y="327152"/>
                  <a:pt x="68180" y="336660"/>
                  <a:pt x="83015" y="345502"/>
                </a:cubicBezTo>
                <a:cubicBezTo>
                  <a:pt x="103270" y="357481"/>
                  <a:pt x="109070" y="383722"/>
                  <a:pt x="98230" y="404543"/>
                </a:cubicBezTo>
                <a:cubicBezTo>
                  <a:pt x="93855" y="413005"/>
                  <a:pt x="91479" y="420041"/>
                  <a:pt x="91479" y="425079"/>
                </a:cubicBezTo>
                <a:cubicBezTo>
                  <a:pt x="91479" y="464631"/>
                  <a:pt x="232025" y="496671"/>
                  <a:pt x="405283" y="496671"/>
                </a:cubicBezTo>
                <a:cubicBezTo>
                  <a:pt x="578542" y="496671"/>
                  <a:pt x="719088" y="464631"/>
                  <a:pt x="719088" y="425079"/>
                </a:cubicBezTo>
                <a:cubicBezTo>
                  <a:pt x="719088" y="420041"/>
                  <a:pt x="716805" y="413005"/>
                  <a:pt x="712336" y="404543"/>
                </a:cubicBezTo>
                <a:cubicBezTo>
                  <a:pt x="701496" y="383722"/>
                  <a:pt x="707393" y="357481"/>
                  <a:pt x="727552" y="345502"/>
                </a:cubicBezTo>
                <a:cubicBezTo>
                  <a:pt x="742387" y="336755"/>
                  <a:pt x="750564" y="327152"/>
                  <a:pt x="750564" y="317170"/>
                </a:cubicBezTo>
                <a:cubicBezTo>
                  <a:pt x="750564" y="310704"/>
                  <a:pt x="747141" y="301291"/>
                  <a:pt x="740675" y="289883"/>
                </a:cubicBezTo>
                <a:cubicBezTo>
                  <a:pt x="728884" y="269251"/>
                  <a:pt x="736965" y="243201"/>
                  <a:pt x="757506" y="231126"/>
                </a:cubicBezTo>
                <a:cubicBezTo>
                  <a:pt x="774147" y="221429"/>
                  <a:pt x="783181" y="210875"/>
                  <a:pt x="783181" y="199847"/>
                </a:cubicBezTo>
                <a:cubicBezTo>
                  <a:pt x="783181" y="192716"/>
                  <a:pt x="779377" y="182258"/>
                  <a:pt x="772150" y="169708"/>
                </a:cubicBezTo>
                <a:cubicBezTo>
                  <a:pt x="760358" y="149172"/>
                  <a:pt x="767015" y="123312"/>
                  <a:pt x="786985" y="110667"/>
                </a:cubicBezTo>
                <a:cubicBezTo>
                  <a:pt x="802295" y="100969"/>
                  <a:pt x="810567" y="90416"/>
                  <a:pt x="810567" y="79482"/>
                </a:cubicBezTo>
                <a:cubicBezTo>
                  <a:pt x="810567" y="63985"/>
                  <a:pt x="793736" y="34131"/>
                  <a:pt x="764258" y="0"/>
                </a:cubicBezTo>
                <a:cubicBezTo>
                  <a:pt x="696552" y="29473"/>
                  <a:pt x="561235" y="49629"/>
                  <a:pt x="405188" y="49629"/>
                </a:cubicBezTo>
                <a:cubicBezTo>
                  <a:pt x="249142" y="49629"/>
                  <a:pt x="114016" y="29473"/>
                  <a:pt x="46309" y="0"/>
                </a:cubicBezTo>
                <a:close/>
                <a:moveTo>
                  <a:pt x="750755" y="317168"/>
                </a:moveTo>
                <a:cubicBezTo>
                  <a:pt x="750755" y="360712"/>
                  <a:pt x="596135" y="395985"/>
                  <a:pt x="405379" y="395985"/>
                </a:cubicBezTo>
                <a:cubicBezTo>
                  <a:pt x="214624" y="395985"/>
                  <a:pt x="60003" y="360712"/>
                  <a:pt x="60003" y="317168"/>
                </a:cubicBezTo>
                <a:moveTo>
                  <a:pt x="783371" y="199942"/>
                </a:moveTo>
                <a:cubicBezTo>
                  <a:pt x="783371" y="247575"/>
                  <a:pt x="614107" y="286175"/>
                  <a:pt x="405379" y="286175"/>
                </a:cubicBezTo>
                <a:cubicBezTo>
                  <a:pt x="196651" y="286175"/>
                  <a:pt x="27386" y="247575"/>
                  <a:pt x="27386" y="199942"/>
                </a:cubicBezTo>
                <a:moveTo>
                  <a:pt x="0" y="79480"/>
                </a:moveTo>
                <a:cubicBezTo>
                  <a:pt x="0" y="130535"/>
                  <a:pt x="181531" y="171988"/>
                  <a:pt x="405379" y="171988"/>
                </a:cubicBezTo>
                <a:cubicBezTo>
                  <a:pt x="629227" y="171988"/>
                  <a:pt x="810758" y="130535"/>
                  <a:pt x="810758" y="7948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52314" y="3418378"/>
            <a:ext cx="1000848" cy="1312125"/>
          </a:xfrm>
          <a:custGeom>
            <a:avLst/>
            <a:gdLst/>
            <a:ahLst/>
            <a:cxnLst/>
            <a:rect l="0" t="0" r="0" b="0"/>
            <a:pathLst>
              <a:path w="1000848" h="1312125">
                <a:moveTo>
                  <a:pt x="0" y="0"/>
                </a:moveTo>
                <a:lnTo>
                  <a:pt x="0" y="1312125"/>
                </a:lnTo>
                <a:cubicBezTo>
                  <a:pt x="160991" y="1312125"/>
                  <a:pt x="300018" y="1290732"/>
                  <a:pt x="365531" y="1259747"/>
                </a:cubicBezTo>
                <a:cubicBezTo>
                  <a:pt x="378656" y="1253566"/>
                  <a:pt x="388829" y="1237783"/>
                  <a:pt x="395678" y="1223895"/>
                </a:cubicBezTo>
                <a:cubicBezTo>
                  <a:pt x="402240" y="1210589"/>
                  <a:pt x="405384" y="1195949"/>
                  <a:pt x="405755" y="1181023"/>
                </a:cubicBezTo>
                <a:cubicBezTo>
                  <a:pt x="410803" y="983265"/>
                  <a:pt x="497338" y="794823"/>
                  <a:pt x="648623" y="666759"/>
                </a:cubicBezTo>
                <a:cubicBezTo>
                  <a:pt x="842514" y="502662"/>
                  <a:pt x="973559" y="266680"/>
                  <a:pt x="1000848" y="95"/>
                </a:cubicBezTo>
                <a:lnTo>
                  <a:pt x="0" y="95"/>
                </a:lnTo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52314" y="3418378"/>
            <a:ext cx="1000847" cy="1312128"/>
          </a:xfrm>
          <a:custGeom>
            <a:avLst/>
            <a:gdLst/>
            <a:ahLst/>
            <a:cxnLst/>
            <a:rect l="0" t="0" r="0" b="0"/>
            <a:pathLst>
              <a:path w="1000847" h="1312128">
                <a:moveTo>
                  <a:pt x="0" y="0"/>
                </a:moveTo>
                <a:lnTo>
                  <a:pt x="95" y="1312128"/>
                </a:lnTo>
                <a:cubicBezTo>
                  <a:pt x="160991" y="1312128"/>
                  <a:pt x="300016" y="1290737"/>
                  <a:pt x="365535" y="1259743"/>
                </a:cubicBezTo>
                <a:cubicBezTo>
                  <a:pt x="378657" y="1253563"/>
                  <a:pt x="388833" y="1237780"/>
                  <a:pt x="395679" y="1223899"/>
                </a:cubicBezTo>
                <a:cubicBezTo>
                  <a:pt x="402240" y="1210589"/>
                  <a:pt x="405379" y="1195947"/>
                  <a:pt x="405759" y="1181020"/>
                </a:cubicBezTo>
                <a:cubicBezTo>
                  <a:pt x="410798" y="983264"/>
                  <a:pt x="497333" y="794826"/>
                  <a:pt x="648625" y="666760"/>
                </a:cubicBezTo>
                <a:cubicBezTo>
                  <a:pt x="842518" y="502660"/>
                  <a:pt x="973556" y="266684"/>
                  <a:pt x="1000847" y="95"/>
                </a:cubicBezTo>
                <a:lnTo>
                  <a:pt x="0" y="0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Group 7"/>
          <p:cNvGrpSpPr/>
          <p:nvPr/>
        </p:nvGrpSpPr>
        <p:grpSpPr>
          <a:xfrm>
            <a:off x="5577621" y="4071937"/>
            <a:ext cx="671512" cy="123825"/>
            <a:chOff x="4243388" y="3024187"/>
            <a:chExt cx="671512" cy="123825"/>
          </a:xfrm>
        </p:grpSpPr>
        <p:sp>
          <p:nvSpPr>
            <p:cNvPr id="6" name="Rounded Rectangle 5"/>
            <p:cNvSpPr/>
            <p:nvPr/>
          </p:nvSpPr>
          <p:spPr>
            <a:xfrm>
              <a:off x="4248150" y="3086100"/>
              <a:ext cx="666750" cy="9525"/>
            </a:xfrm>
            <a:custGeom>
              <a:avLst/>
              <a:gdLst/>
              <a:ahLst/>
              <a:cxnLst/>
              <a:rect l="0" t="0" r="0" b="0"/>
              <a:pathLst>
                <a:path w="666750" h="9525">
                  <a:moveTo>
                    <a:pt x="666750" y="0"/>
                  </a:move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4243388" y="302418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61912" y="0"/>
                  </a:moveTo>
                  <a:lnTo>
                    <a:pt x="0" y="61912"/>
                  </a:lnTo>
                  <a:lnTo>
                    <a:pt x="61912" y="123825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Rounded Rectangle 8"/>
          <p:cNvSpPr/>
          <p:nvPr/>
        </p:nvSpPr>
        <p:spPr>
          <a:xfrm>
            <a:off x="3644523" y="3418283"/>
            <a:ext cx="1007792" cy="1312125"/>
          </a:xfrm>
          <a:custGeom>
            <a:avLst/>
            <a:gdLst/>
            <a:ahLst/>
            <a:cxnLst/>
            <a:rect l="0" t="0" r="0" b="0"/>
            <a:pathLst>
              <a:path w="1007792" h="1312125">
                <a:moveTo>
                  <a:pt x="1007792" y="0"/>
                </a:moveTo>
                <a:lnTo>
                  <a:pt x="0" y="0"/>
                </a:lnTo>
                <a:cubicBezTo>
                  <a:pt x="27193" y="265928"/>
                  <a:pt x="157476" y="501138"/>
                  <a:pt x="350319" y="665235"/>
                </a:cubicBezTo>
                <a:cubicBezTo>
                  <a:pt x="503424" y="795489"/>
                  <a:pt x="595655" y="982884"/>
                  <a:pt x="602027" y="1183014"/>
                </a:cubicBezTo>
                <a:cubicBezTo>
                  <a:pt x="602694" y="1203455"/>
                  <a:pt x="608495" y="1223619"/>
                  <a:pt x="620572" y="1240059"/>
                </a:cubicBezTo>
                <a:cubicBezTo>
                  <a:pt x="626564" y="1248336"/>
                  <a:pt x="634079" y="1255842"/>
                  <a:pt x="642727" y="1259928"/>
                </a:cubicBezTo>
                <a:cubicBezTo>
                  <a:pt x="708345" y="1290827"/>
                  <a:pt x="847182" y="1312125"/>
                  <a:pt x="1007697" y="1312125"/>
                </a:cubicBezTo>
                <a:lnTo>
                  <a:pt x="1007697" y="0"/>
                </a:lnTo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44523" y="3418283"/>
            <a:ext cx="1007790" cy="1312128"/>
          </a:xfrm>
          <a:custGeom>
            <a:avLst/>
            <a:gdLst/>
            <a:ahLst/>
            <a:cxnLst/>
            <a:rect l="0" t="0" r="0" b="0"/>
            <a:pathLst>
              <a:path w="1007790" h="1312128">
                <a:moveTo>
                  <a:pt x="1007790" y="0"/>
                </a:moveTo>
                <a:lnTo>
                  <a:pt x="0" y="95"/>
                </a:lnTo>
                <a:cubicBezTo>
                  <a:pt x="27196" y="265924"/>
                  <a:pt x="157473" y="501139"/>
                  <a:pt x="350320" y="665239"/>
                </a:cubicBezTo>
                <a:cubicBezTo>
                  <a:pt x="503420" y="795491"/>
                  <a:pt x="595659" y="982884"/>
                  <a:pt x="602030" y="1183017"/>
                </a:cubicBezTo>
                <a:cubicBezTo>
                  <a:pt x="602696" y="1203458"/>
                  <a:pt x="608497" y="1223614"/>
                  <a:pt x="620573" y="1240062"/>
                </a:cubicBezTo>
                <a:cubicBezTo>
                  <a:pt x="626564" y="1248334"/>
                  <a:pt x="634076" y="1255844"/>
                  <a:pt x="642729" y="1259932"/>
                </a:cubicBezTo>
                <a:cubicBezTo>
                  <a:pt x="708343" y="1290832"/>
                  <a:pt x="847179" y="1312128"/>
                  <a:pt x="1007695" y="1312128"/>
                </a:cubicBezTo>
                <a:lnTo>
                  <a:pt x="1007790" y="0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3" name="Group 12"/>
          <p:cNvGrpSpPr/>
          <p:nvPr/>
        </p:nvGrpSpPr>
        <p:grpSpPr>
          <a:xfrm>
            <a:off x="3048732" y="4071937"/>
            <a:ext cx="671512" cy="123825"/>
            <a:chOff x="1714499" y="3024187"/>
            <a:chExt cx="671512" cy="123825"/>
          </a:xfrm>
        </p:grpSpPr>
        <p:sp>
          <p:nvSpPr>
            <p:cNvPr id="11" name="Rounded Rectangle 10"/>
            <p:cNvSpPr/>
            <p:nvPr/>
          </p:nvSpPr>
          <p:spPr>
            <a:xfrm>
              <a:off x="1714499" y="3086100"/>
              <a:ext cx="666750" cy="9525"/>
            </a:xfrm>
            <a:custGeom>
              <a:avLst/>
              <a:gdLst/>
              <a:ahLst/>
              <a:cxnLst/>
              <a:rect l="0" t="0" r="0" b="0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2324099" y="302418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123825"/>
                  </a:moveTo>
                  <a:lnTo>
                    <a:pt x="61912" y="61912"/>
                  </a:ln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4652409" y="2305050"/>
            <a:ext cx="1006173" cy="1113329"/>
          </a:xfrm>
          <a:custGeom>
            <a:avLst/>
            <a:gdLst/>
            <a:ahLst/>
            <a:cxnLst/>
            <a:rect l="0" t="0" r="0" b="0"/>
            <a:pathLst>
              <a:path w="1006173" h="1113329">
                <a:moveTo>
                  <a:pt x="0" y="1113329"/>
                </a:moveTo>
                <a:lnTo>
                  <a:pt x="1000753" y="1113329"/>
                </a:lnTo>
                <a:cubicBezTo>
                  <a:pt x="1004268" y="1079096"/>
                  <a:pt x="1006173" y="1044397"/>
                  <a:pt x="1006173" y="1009316"/>
                </a:cubicBezTo>
                <a:cubicBezTo>
                  <a:pt x="1006173" y="453028"/>
                  <a:pt x="556002" y="1904"/>
                  <a:pt x="95" y="0"/>
                </a:cubicBezTo>
                <a:lnTo>
                  <a:pt x="95" y="1113329"/>
                </a:lnTo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52409" y="2305050"/>
            <a:ext cx="1006173" cy="1113327"/>
          </a:xfrm>
          <a:custGeom>
            <a:avLst/>
            <a:gdLst/>
            <a:ahLst/>
            <a:cxnLst/>
            <a:rect l="0" t="0" r="0" b="0"/>
            <a:pathLst>
              <a:path w="1006173" h="1113327">
                <a:moveTo>
                  <a:pt x="0" y="1113327"/>
                </a:moveTo>
                <a:lnTo>
                  <a:pt x="1000752" y="1113232"/>
                </a:lnTo>
                <a:cubicBezTo>
                  <a:pt x="1004271" y="1079100"/>
                  <a:pt x="1006173" y="1044398"/>
                  <a:pt x="1006173" y="1009315"/>
                </a:cubicBezTo>
                <a:cubicBezTo>
                  <a:pt x="1006173" y="453031"/>
                  <a:pt x="556004" y="1901"/>
                  <a:pt x="94" y="0"/>
                </a:cubicBezTo>
                <a:lnTo>
                  <a:pt x="0" y="1113327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8" name="Group 17"/>
          <p:cNvGrpSpPr/>
          <p:nvPr/>
        </p:nvGrpSpPr>
        <p:grpSpPr>
          <a:xfrm>
            <a:off x="5634770" y="2700337"/>
            <a:ext cx="614363" cy="123825"/>
            <a:chOff x="4300537" y="1652587"/>
            <a:chExt cx="614363" cy="123825"/>
          </a:xfrm>
        </p:grpSpPr>
        <p:sp>
          <p:nvSpPr>
            <p:cNvPr id="16" name="Rounded Rectangle 15"/>
            <p:cNvSpPr/>
            <p:nvPr/>
          </p:nvSpPr>
          <p:spPr>
            <a:xfrm>
              <a:off x="4305300" y="1714500"/>
              <a:ext cx="609600" cy="9525"/>
            </a:xfrm>
            <a:custGeom>
              <a:avLst/>
              <a:gdLst/>
              <a:ahLst/>
              <a:cxnLst/>
              <a:rect l="0" t="0" r="0" b="0"/>
              <a:pathLst>
                <a:path w="609600" h="9525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300537" y="165258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61912" y="0"/>
                  </a:moveTo>
                  <a:lnTo>
                    <a:pt x="0" y="61912"/>
                  </a:lnTo>
                  <a:lnTo>
                    <a:pt x="61912" y="123825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Rounded Rectangle 18"/>
          <p:cNvSpPr/>
          <p:nvPr/>
        </p:nvSpPr>
        <p:spPr>
          <a:xfrm>
            <a:off x="3638625" y="2305050"/>
            <a:ext cx="1013783" cy="1113234"/>
          </a:xfrm>
          <a:custGeom>
            <a:avLst/>
            <a:gdLst/>
            <a:ahLst/>
            <a:cxnLst/>
            <a:rect l="0" t="0" r="0" b="0"/>
            <a:pathLst>
              <a:path w="1013783" h="1113234">
                <a:moveTo>
                  <a:pt x="1013783" y="1113234"/>
                </a:moveTo>
                <a:lnTo>
                  <a:pt x="1013783" y="0"/>
                </a:lnTo>
                <a:cubicBezTo>
                  <a:pt x="1007697" y="0"/>
                  <a:pt x="1001801" y="0"/>
                  <a:pt x="995810" y="0"/>
                </a:cubicBezTo>
                <a:cubicBezTo>
                  <a:pt x="454256" y="7505"/>
                  <a:pt x="11410" y="447798"/>
                  <a:pt x="857" y="989161"/>
                </a:cubicBezTo>
                <a:cubicBezTo>
                  <a:pt x="0" y="1031090"/>
                  <a:pt x="1904" y="1072543"/>
                  <a:pt x="5991" y="1113234"/>
                </a:cubicBezTo>
                <a:lnTo>
                  <a:pt x="1013783" y="1113234"/>
                </a:lnTo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38628" y="2305050"/>
            <a:ext cx="1013780" cy="1113232"/>
          </a:xfrm>
          <a:custGeom>
            <a:avLst/>
            <a:gdLst/>
            <a:ahLst/>
            <a:cxnLst/>
            <a:rect l="0" t="0" r="0" b="0"/>
            <a:pathLst>
              <a:path w="1013780" h="1113232">
                <a:moveTo>
                  <a:pt x="1013780" y="1113232"/>
                </a:moveTo>
                <a:lnTo>
                  <a:pt x="1013685" y="0"/>
                </a:lnTo>
                <a:cubicBezTo>
                  <a:pt x="1007695" y="0"/>
                  <a:pt x="1001799" y="0"/>
                  <a:pt x="995808" y="0"/>
                </a:cubicBezTo>
                <a:cubicBezTo>
                  <a:pt x="454256" y="7510"/>
                  <a:pt x="11410" y="447802"/>
                  <a:pt x="855" y="989159"/>
                </a:cubicBezTo>
                <a:cubicBezTo>
                  <a:pt x="0" y="1031087"/>
                  <a:pt x="1901" y="1072540"/>
                  <a:pt x="5990" y="1113232"/>
                </a:cubicBezTo>
                <a:lnTo>
                  <a:pt x="1013780" y="1113232"/>
                </a:ln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3" name="Group 22"/>
          <p:cNvGrpSpPr/>
          <p:nvPr/>
        </p:nvGrpSpPr>
        <p:grpSpPr>
          <a:xfrm>
            <a:off x="3048733" y="2700337"/>
            <a:ext cx="614362" cy="123825"/>
            <a:chOff x="1714500" y="1652587"/>
            <a:chExt cx="614362" cy="123825"/>
          </a:xfrm>
        </p:grpSpPr>
        <p:sp>
          <p:nvSpPr>
            <p:cNvPr id="21" name="Rounded Rectangle 20"/>
            <p:cNvSpPr/>
            <p:nvPr/>
          </p:nvSpPr>
          <p:spPr>
            <a:xfrm>
              <a:off x="1714500" y="1714500"/>
              <a:ext cx="609600" cy="9525"/>
            </a:xfrm>
            <a:custGeom>
              <a:avLst/>
              <a:gdLst/>
              <a:ahLst/>
              <a:cxnLst/>
              <a:rect l="0" t="0" r="0" b="0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266950" y="1652587"/>
              <a:ext cx="61912" cy="123825"/>
            </a:xfrm>
            <a:custGeom>
              <a:avLst/>
              <a:gdLst/>
              <a:ahLst/>
              <a:cxnLst/>
              <a:rect l="0" t="0" r="0" b="0"/>
              <a:pathLst>
                <a:path w="61912" h="123825">
                  <a:moveTo>
                    <a:pt x="0" y="123825"/>
                  </a:moveTo>
                  <a:lnTo>
                    <a:pt x="61912" y="61912"/>
                  </a:lnTo>
                  <a:lnTo>
                    <a:pt x="0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2090613" y="1552575"/>
            <a:ext cx="5116715" cy="3333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84848"/>
                </a:solidFill>
                <a:latin typeface="Roboto"/>
              </a:rPr>
              <a:t>Comprehensive Workflow Performance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14649" y="2662237"/>
            <a:ext cx="1300762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484848"/>
                </a:solidFill>
                <a:latin typeface="Roboto"/>
              </a:rPr>
              <a:t>Execution 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483" y="2547937"/>
            <a:ext cx="1033386" cy="5600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Roboto"/>
              </a:rPr>
              <a:t>Workflow
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2459" y="4033837"/>
            <a:ext cx="1292942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500" b="0">
                <a:solidFill>
                  <a:srgbClr val="484848"/>
                </a:solidFill>
                <a:latin typeface="Roboto"/>
              </a:rPr>
              <a:t>Execution Logs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483" y="4033837"/>
            <a:ext cx="1146867" cy="28003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484848"/>
                </a:solidFill>
                <a:latin typeface="Roboto"/>
              </a:rPr>
              <a:t>Success 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77433" y="2762250"/>
            <a:ext cx="330898" cy="332184"/>
          </a:xfrm>
          <a:custGeom>
            <a:avLst/>
            <a:gdLst/>
            <a:ahLst/>
            <a:cxnLst/>
            <a:rect l="0" t="0" r="0" b="0"/>
            <a:pathLst>
              <a:path w="330898" h="332184">
                <a:moveTo>
                  <a:pt x="0" y="0"/>
                </a:moveTo>
                <a:moveTo>
                  <a:pt x="169449" y="97869"/>
                </a:moveTo>
                <a:lnTo>
                  <a:pt x="135159" y="115014"/>
                </a:lnTo>
                <a:lnTo>
                  <a:pt x="109442" y="129301"/>
                </a:lnTo>
                <a:cubicBezTo>
                  <a:pt x="95154" y="136445"/>
                  <a:pt x="76581" y="133588"/>
                  <a:pt x="65150" y="120729"/>
                </a:cubicBezTo>
                <a:lnTo>
                  <a:pt x="49434" y="100726"/>
                </a:lnTo>
                <a:cubicBezTo>
                  <a:pt x="42291" y="92154"/>
                  <a:pt x="28003" y="90725"/>
                  <a:pt x="19431" y="97869"/>
                </a:cubicBezTo>
                <a:cubicBezTo>
                  <a:pt x="10858" y="105013"/>
                  <a:pt x="9429" y="119300"/>
                  <a:pt x="16573" y="127873"/>
                </a:cubicBezTo>
                <a:lnTo>
                  <a:pt x="32289" y="147875"/>
                </a:lnTo>
                <a:cubicBezTo>
                  <a:pt x="48006" y="166449"/>
                  <a:pt x="70866" y="176450"/>
                  <a:pt x="93725" y="176450"/>
                </a:cubicBezTo>
                <a:cubicBezTo>
                  <a:pt x="106584" y="176450"/>
                  <a:pt x="118014" y="173593"/>
                  <a:pt x="129444" y="167878"/>
                </a:cubicBezTo>
                <a:lnTo>
                  <a:pt x="136588" y="163591"/>
                </a:lnTo>
                <a:lnTo>
                  <a:pt x="158019" y="202168"/>
                </a:lnTo>
                <a:lnTo>
                  <a:pt x="138017" y="206454"/>
                </a:lnTo>
                <a:cubicBezTo>
                  <a:pt x="120872" y="210740"/>
                  <a:pt x="108013" y="223599"/>
                  <a:pt x="102298" y="239315"/>
                </a:cubicBezTo>
                <a:cubicBezTo>
                  <a:pt x="96583" y="256460"/>
                  <a:pt x="100869" y="273605"/>
                  <a:pt x="112299" y="287893"/>
                </a:cubicBezTo>
                <a:lnTo>
                  <a:pt x="145161" y="323611"/>
                </a:lnTo>
                <a:cubicBezTo>
                  <a:pt x="149447" y="327898"/>
                  <a:pt x="155162" y="330755"/>
                  <a:pt x="160877" y="330755"/>
                </a:cubicBezTo>
                <a:cubicBezTo>
                  <a:pt x="166592" y="330755"/>
                  <a:pt x="170878" y="329326"/>
                  <a:pt x="175164" y="325040"/>
                </a:cubicBezTo>
                <a:cubicBezTo>
                  <a:pt x="183737" y="316468"/>
                  <a:pt x="183737" y="303609"/>
                  <a:pt x="176593" y="295036"/>
                </a:cubicBezTo>
                <a:lnTo>
                  <a:pt x="143732" y="259318"/>
                </a:lnTo>
                <a:cubicBezTo>
                  <a:pt x="142303" y="257889"/>
                  <a:pt x="140874" y="255031"/>
                  <a:pt x="142303" y="252174"/>
                </a:cubicBezTo>
                <a:cubicBezTo>
                  <a:pt x="143732" y="249316"/>
                  <a:pt x="145161" y="247888"/>
                  <a:pt x="146589" y="247888"/>
                </a:cubicBezTo>
                <a:lnTo>
                  <a:pt x="175164" y="242173"/>
                </a:lnTo>
                <a:cubicBezTo>
                  <a:pt x="178022" y="242173"/>
                  <a:pt x="180879" y="240744"/>
                  <a:pt x="182308" y="239315"/>
                </a:cubicBezTo>
                <a:lnTo>
                  <a:pt x="282320" y="326469"/>
                </a:lnTo>
                <a:cubicBezTo>
                  <a:pt x="286607" y="329326"/>
                  <a:pt x="290893" y="332184"/>
                  <a:pt x="296608" y="332184"/>
                </a:cubicBezTo>
                <a:cubicBezTo>
                  <a:pt x="302323" y="332184"/>
                  <a:pt x="308038" y="329326"/>
                  <a:pt x="312324" y="325040"/>
                </a:cubicBezTo>
                <a:cubicBezTo>
                  <a:pt x="319468" y="316468"/>
                  <a:pt x="319468" y="302180"/>
                  <a:pt x="309467" y="295036"/>
                </a:cubicBezTo>
                <a:cubicBezTo>
                  <a:pt x="246287" y="240287"/>
                  <a:pt x="210140" y="212283"/>
                  <a:pt x="172307" y="145018"/>
                </a:cubicBezTo>
                <a:moveTo>
                  <a:pt x="266604" y="153590"/>
                </a:moveTo>
                <a:cubicBezTo>
                  <a:pt x="298167" y="153590"/>
                  <a:pt x="323754" y="128003"/>
                  <a:pt x="323754" y="96440"/>
                </a:cubicBezTo>
                <a:cubicBezTo>
                  <a:pt x="323754" y="64877"/>
                  <a:pt x="298167" y="39290"/>
                  <a:pt x="266604" y="39290"/>
                </a:cubicBezTo>
                <a:cubicBezTo>
                  <a:pt x="235041" y="39290"/>
                  <a:pt x="209454" y="64877"/>
                  <a:pt x="209454" y="96440"/>
                </a:cubicBezTo>
                <a:cubicBezTo>
                  <a:pt x="209454" y="128003"/>
                  <a:pt x="235041" y="153590"/>
                  <a:pt x="266604" y="153590"/>
                </a:cubicBezTo>
                <a:close/>
                <a:moveTo>
                  <a:pt x="266604" y="96440"/>
                </a:moveTo>
                <a:lnTo>
                  <a:pt x="252317" y="82153"/>
                </a:lnTo>
                <a:moveTo>
                  <a:pt x="266604" y="39290"/>
                </a:moveTo>
                <a:lnTo>
                  <a:pt x="266604" y="10715"/>
                </a:lnTo>
                <a:moveTo>
                  <a:pt x="245173" y="10715"/>
                </a:moveTo>
                <a:lnTo>
                  <a:pt x="288035" y="10715"/>
                </a:lnTo>
                <a:moveTo>
                  <a:pt x="202311" y="46434"/>
                </a:moveTo>
                <a:lnTo>
                  <a:pt x="220113" y="63622"/>
                </a:lnTo>
                <a:moveTo>
                  <a:pt x="313210" y="63622"/>
                </a:moveTo>
                <a:lnTo>
                  <a:pt x="330898" y="46434"/>
                </a:lnTo>
                <a:moveTo>
                  <a:pt x="109442" y="97555"/>
                </a:moveTo>
                <a:cubicBezTo>
                  <a:pt x="133114" y="97555"/>
                  <a:pt x="152304" y="78364"/>
                  <a:pt x="152304" y="54692"/>
                </a:cubicBezTo>
                <a:cubicBezTo>
                  <a:pt x="152304" y="31020"/>
                  <a:pt x="133114" y="11830"/>
                  <a:pt x="109442" y="11830"/>
                </a:cubicBezTo>
                <a:cubicBezTo>
                  <a:pt x="85769" y="11830"/>
                  <a:pt x="66579" y="31020"/>
                  <a:pt x="66579" y="54692"/>
                </a:cubicBezTo>
                <a:cubicBezTo>
                  <a:pt x="66579" y="78364"/>
                  <a:pt x="85769" y="97555"/>
                  <a:pt x="109442" y="97555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884669" y="2769381"/>
            <a:ext cx="328625" cy="328636"/>
          </a:xfrm>
          <a:custGeom>
            <a:avLst/>
            <a:gdLst/>
            <a:ahLst/>
            <a:cxnLst/>
            <a:rect l="0" t="0" r="0" b="0"/>
            <a:pathLst>
              <a:path w="328625" h="328636">
                <a:moveTo>
                  <a:pt x="6" y="43832"/>
                </a:moveTo>
                <a:cubicBezTo>
                  <a:pt x="0" y="68037"/>
                  <a:pt x="19620" y="87664"/>
                  <a:pt x="43826" y="87664"/>
                </a:cubicBezTo>
                <a:cubicBezTo>
                  <a:pt x="68032" y="87664"/>
                  <a:pt x="87653" y="68037"/>
                  <a:pt x="87646" y="43832"/>
                </a:cubicBezTo>
                <a:cubicBezTo>
                  <a:pt x="87653" y="19626"/>
                  <a:pt x="68032" y="0"/>
                  <a:pt x="43826" y="0"/>
                </a:cubicBezTo>
                <a:cubicBezTo>
                  <a:pt x="19620" y="0"/>
                  <a:pt x="0" y="19626"/>
                  <a:pt x="6" y="43832"/>
                </a:cubicBezTo>
                <a:moveTo>
                  <a:pt x="6" y="284805"/>
                </a:moveTo>
                <a:cubicBezTo>
                  <a:pt x="0" y="309010"/>
                  <a:pt x="19620" y="328636"/>
                  <a:pt x="43826" y="328636"/>
                </a:cubicBezTo>
                <a:cubicBezTo>
                  <a:pt x="68032" y="328636"/>
                  <a:pt x="87653" y="309010"/>
                  <a:pt x="87646" y="284804"/>
                </a:cubicBezTo>
                <a:cubicBezTo>
                  <a:pt x="87653" y="260599"/>
                  <a:pt x="68032" y="240972"/>
                  <a:pt x="43826" y="240972"/>
                </a:cubicBezTo>
                <a:cubicBezTo>
                  <a:pt x="19620" y="240972"/>
                  <a:pt x="0" y="260599"/>
                  <a:pt x="6" y="284804"/>
                </a:cubicBezTo>
                <a:moveTo>
                  <a:pt x="43826" y="87637"/>
                </a:moveTo>
                <a:lnTo>
                  <a:pt x="43826" y="240999"/>
                </a:lnTo>
                <a:moveTo>
                  <a:pt x="240979" y="284805"/>
                </a:moveTo>
                <a:cubicBezTo>
                  <a:pt x="240972" y="309010"/>
                  <a:pt x="260593" y="328636"/>
                  <a:pt x="284799" y="328636"/>
                </a:cubicBezTo>
                <a:cubicBezTo>
                  <a:pt x="309005" y="328636"/>
                  <a:pt x="328625" y="309010"/>
                  <a:pt x="328619" y="284804"/>
                </a:cubicBezTo>
                <a:cubicBezTo>
                  <a:pt x="328625" y="260599"/>
                  <a:pt x="309005" y="240972"/>
                  <a:pt x="284799" y="240972"/>
                </a:cubicBezTo>
                <a:cubicBezTo>
                  <a:pt x="260593" y="240972"/>
                  <a:pt x="240972" y="260599"/>
                  <a:pt x="240979" y="284804"/>
                </a:cubicBezTo>
                <a:moveTo>
                  <a:pt x="284799" y="240999"/>
                </a:moveTo>
                <a:lnTo>
                  <a:pt x="284799" y="116855"/>
                </a:lnTo>
                <a:cubicBezTo>
                  <a:pt x="284799" y="76525"/>
                  <a:pt x="252105" y="43832"/>
                  <a:pt x="211776" y="43832"/>
                </a:cubicBezTo>
                <a:lnTo>
                  <a:pt x="153354" y="43832"/>
                </a:lnTo>
                <a:moveTo>
                  <a:pt x="197174" y="12"/>
                </a:moveTo>
                <a:lnTo>
                  <a:pt x="153354" y="43832"/>
                </a:lnTo>
                <a:lnTo>
                  <a:pt x="197174" y="87637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34583" y="3676650"/>
            <a:ext cx="329728" cy="332184"/>
          </a:xfrm>
          <a:custGeom>
            <a:avLst/>
            <a:gdLst/>
            <a:ahLst/>
            <a:cxnLst/>
            <a:rect l="0" t="0" r="0" b="0"/>
            <a:pathLst>
              <a:path w="329728" h="332184">
                <a:moveTo>
                  <a:pt x="291777" y="164063"/>
                </a:moveTo>
                <a:lnTo>
                  <a:pt x="291777" y="116028"/>
                </a:lnTo>
                <a:cubicBezTo>
                  <a:pt x="291776" y="110348"/>
                  <a:pt x="289520" y="104901"/>
                  <a:pt x="285505" y="100884"/>
                </a:cubicBezTo>
                <a:lnTo>
                  <a:pt x="201609" y="16987"/>
                </a:lnTo>
                <a:cubicBezTo>
                  <a:pt x="197591" y="12972"/>
                  <a:pt x="192144" y="10716"/>
                  <a:pt x="186464" y="10715"/>
                </a:cubicBezTo>
                <a:lnTo>
                  <a:pt x="34602" y="10715"/>
                </a:lnTo>
                <a:cubicBezTo>
                  <a:pt x="22929" y="10715"/>
                  <a:pt x="13171" y="20473"/>
                  <a:pt x="13171" y="32146"/>
                </a:cubicBezTo>
                <a:lnTo>
                  <a:pt x="13171" y="310753"/>
                </a:lnTo>
                <a:cubicBezTo>
                  <a:pt x="13171" y="322425"/>
                  <a:pt x="22929" y="332184"/>
                  <a:pt x="34602" y="332184"/>
                </a:cubicBezTo>
                <a:lnTo>
                  <a:pt x="163190" y="332184"/>
                </a:lnTo>
                <a:moveTo>
                  <a:pt x="291777" y="117871"/>
                </a:moveTo>
                <a:lnTo>
                  <a:pt x="206052" y="117871"/>
                </a:lnTo>
                <a:cubicBezTo>
                  <a:pt x="200369" y="117871"/>
                  <a:pt x="194917" y="115613"/>
                  <a:pt x="190898" y="111594"/>
                </a:cubicBezTo>
                <a:cubicBezTo>
                  <a:pt x="186879" y="107575"/>
                  <a:pt x="184621" y="102124"/>
                  <a:pt x="184621" y="96440"/>
                </a:cubicBezTo>
                <a:lnTo>
                  <a:pt x="184621" y="10715"/>
                </a:lnTo>
                <a:moveTo>
                  <a:pt x="0" y="0"/>
                </a:moveTo>
                <a:moveTo>
                  <a:pt x="211243" y="248748"/>
                </a:moveTo>
                <a:lnTo>
                  <a:pt x="329728" y="248748"/>
                </a:lnTo>
                <a:moveTo>
                  <a:pt x="0" y="0"/>
                </a:moveTo>
                <a:moveTo>
                  <a:pt x="211243" y="207057"/>
                </a:moveTo>
                <a:lnTo>
                  <a:pt x="329728" y="207057"/>
                </a:lnTo>
                <a:moveTo>
                  <a:pt x="0" y="0"/>
                </a:moveTo>
                <a:moveTo>
                  <a:pt x="211243" y="290437"/>
                </a:moveTo>
                <a:lnTo>
                  <a:pt x="329728" y="290437"/>
                </a:lnTo>
                <a:moveTo>
                  <a:pt x="0" y="0"/>
                </a:moveTo>
                <a:moveTo>
                  <a:pt x="211243" y="332128"/>
                </a:moveTo>
                <a:lnTo>
                  <a:pt x="329728" y="332128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13814" y="3683793"/>
            <a:ext cx="342325" cy="344841"/>
          </a:xfrm>
          <a:custGeom>
            <a:avLst/>
            <a:gdLst/>
            <a:ahLst/>
            <a:cxnLst/>
            <a:rect l="0" t="0" r="0" b="0"/>
            <a:pathLst>
              <a:path w="342325" h="344841">
                <a:moveTo>
                  <a:pt x="180590" y="161734"/>
                </a:moveTo>
                <a:cubicBezTo>
                  <a:pt x="158850" y="139981"/>
                  <a:pt x="124769" y="136624"/>
                  <a:pt x="99202" y="153715"/>
                </a:cubicBezTo>
                <a:cubicBezTo>
                  <a:pt x="73635" y="170807"/>
                  <a:pt x="63710" y="203584"/>
                  <a:pt x="75500" y="231988"/>
                </a:cubicBezTo>
                <a:cubicBezTo>
                  <a:pt x="87290" y="260392"/>
                  <a:pt x="117509" y="276505"/>
                  <a:pt x="147665" y="270467"/>
                </a:cubicBezTo>
                <a:cubicBezTo>
                  <a:pt x="177820" y="264428"/>
                  <a:pt x="199505" y="237922"/>
                  <a:pt x="199450" y="207168"/>
                </a:cubicBezTo>
                <a:cubicBezTo>
                  <a:pt x="199471" y="199816"/>
                  <a:pt x="198214" y="192516"/>
                  <a:pt x="195735" y="185594"/>
                </a:cubicBezTo>
                <a:moveTo>
                  <a:pt x="240026" y="145875"/>
                </a:moveTo>
                <a:cubicBezTo>
                  <a:pt x="272864" y="201053"/>
                  <a:pt x="257197" y="272249"/>
                  <a:pt x="204230" y="308545"/>
                </a:cubicBezTo>
                <a:cubicBezTo>
                  <a:pt x="151262" y="344841"/>
                  <a:pt x="79210" y="333754"/>
                  <a:pt x="39605" y="283213"/>
                </a:cubicBezTo>
                <a:cubicBezTo>
                  <a:pt x="0" y="232672"/>
                  <a:pt x="6462" y="160059"/>
                  <a:pt x="54370" y="117306"/>
                </a:cubicBezTo>
                <a:cubicBezTo>
                  <a:pt x="102278" y="74553"/>
                  <a:pt x="175155" y="76364"/>
                  <a:pt x="220881" y="121443"/>
                </a:cubicBezTo>
                <a:moveTo>
                  <a:pt x="13712" y="328612"/>
                </a:moveTo>
                <a:lnTo>
                  <a:pt x="49288" y="293036"/>
                </a:lnTo>
                <a:moveTo>
                  <a:pt x="221024" y="293036"/>
                </a:moveTo>
                <a:lnTo>
                  <a:pt x="256600" y="328612"/>
                </a:lnTo>
                <a:moveTo>
                  <a:pt x="241312" y="101012"/>
                </a:moveTo>
                <a:lnTo>
                  <a:pt x="236168" y="45434"/>
                </a:lnTo>
                <a:lnTo>
                  <a:pt x="281603" y="0"/>
                </a:lnTo>
                <a:lnTo>
                  <a:pt x="296890" y="45434"/>
                </a:lnTo>
                <a:lnTo>
                  <a:pt x="342325" y="60721"/>
                </a:lnTo>
                <a:lnTo>
                  <a:pt x="296890" y="106156"/>
                </a:lnTo>
                <a:close/>
                <a:moveTo>
                  <a:pt x="278031" y="64293"/>
                </a:moveTo>
                <a:lnTo>
                  <a:pt x="135156" y="207168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