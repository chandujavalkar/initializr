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28887" y="3348037"/>
            <a:ext cx="2228850" cy="914400"/>
          </a:xfrm>
          <a:custGeom>
            <a:avLst/>
            <a:gdLst/>
            <a:ahLst/>
            <a:cxnLst/>
            <a:rect l="0" t="0" r="0" b="0"/>
            <a:pathLst>
              <a:path w="2228850" h="914400">
                <a:moveTo>
                  <a:pt x="1771650" y="0"/>
                </a:moveTo>
                <a:cubicBezTo>
                  <a:pt x="2024157" y="0"/>
                  <a:pt x="2228850" y="204692"/>
                  <a:pt x="2228850" y="457200"/>
                </a:cubicBezTo>
                <a:cubicBezTo>
                  <a:pt x="2228850" y="709707"/>
                  <a:pt x="2024157" y="914400"/>
                  <a:pt x="1771650" y="914400"/>
                </a:cubicBezTo>
                <a:lnTo>
                  <a:pt x="0" y="914400"/>
                </a:lnTo>
                <a:lnTo>
                  <a:pt x="0" y="0"/>
                </a:lnTo>
                <a:lnTo>
                  <a:pt x="1771650" y="0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28887" y="3348037"/>
            <a:ext cx="2228850" cy="914400"/>
          </a:xfrm>
          <a:custGeom>
            <a:avLst/>
            <a:gdLst/>
            <a:ahLst/>
            <a:cxnLst/>
            <a:rect l="0" t="0" r="0" b="0"/>
            <a:pathLst>
              <a:path w="2228850" h="914400">
                <a:moveTo>
                  <a:pt x="1771650" y="914400"/>
                </a:moveTo>
                <a:lnTo>
                  <a:pt x="0" y="914400"/>
                </a:lnTo>
                <a:moveTo>
                  <a:pt x="0" y="0"/>
                </a:moveTo>
                <a:lnTo>
                  <a:pt x="1771650" y="0"/>
                </a:lnTo>
                <a:moveTo>
                  <a:pt x="1771650" y="0"/>
                </a:moveTo>
                <a:cubicBezTo>
                  <a:pt x="2024154" y="0"/>
                  <a:pt x="2228850" y="204695"/>
                  <a:pt x="2228850" y="457200"/>
                </a:cubicBezTo>
                <a:cubicBezTo>
                  <a:pt x="2228850" y="709704"/>
                  <a:pt x="2024154" y="914400"/>
                  <a:pt x="1771650" y="914400"/>
                </a:cubicBezTo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57237" y="2205037"/>
            <a:ext cx="1771650" cy="914400"/>
          </a:xfrm>
          <a:custGeom>
            <a:avLst/>
            <a:gdLst/>
            <a:ahLst/>
            <a:cxnLst/>
            <a:rect l="0" t="0" r="0" b="0"/>
            <a:pathLst>
              <a:path w="1771650" h="914400">
                <a:moveTo>
                  <a:pt x="457200" y="914400"/>
                </a:moveTo>
                <a:cubicBezTo>
                  <a:pt x="204692" y="914400"/>
                  <a:pt x="0" y="709707"/>
                  <a:pt x="0" y="457200"/>
                </a:cubicBezTo>
                <a:cubicBezTo>
                  <a:pt x="0" y="204692"/>
                  <a:pt x="204692" y="0"/>
                  <a:pt x="457200" y="0"/>
                </a:cubicBezTo>
                <a:lnTo>
                  <a:pt x="1771650" y="0"/>
                </a:lnTo>
                <a:lnTo>
                  <a:pt x="1771650" y="914400"/>
                </a:lnTo>
                <a:lnTo>
                  <a:pt x="457200" y="914400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57237" y="2205037"/>
            <a:ext cx="1771650" cy="914400"/>
          </a:xfrm>
          <a:custGeom>
            <a:avLst/>
            <a:gdLst/>
            <a:ahLst/>
            <a:cxnLst/>
            <a:rect l="0" t="0" r="0" b="0"/>
            <a:pathLst>
              <a:path w="1771650" h="914400">
                <a:moveTo>
                  <a:pt x="457200" y="0"/>
                </a:moveTo>
                <a:lnTo>
                  <a:pt x="1771650" y="0"/>
                </a:lnTo>
                <a:moveTo>
                  <a:pt x="1771650" y="914400"/>
                </a:moveTo>
                <a:lnTo>
                  <a:pt x="457200" y="914400"/>
                </a:lnTo>
                <a:moveTo>
                  <a:pt x="457200" y="914400"/>
                </a:moveTo>
                <a:cubicBezTo>
                  <a:pt x="204695" y="914400"/>
                  <a:pt x="0" y="709704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moveTo>
                  <a:pt x="1771650" y="0"/>
                </a:moveTo>
                <a:lnTo>
                  <a:pt x="1771650" y="9144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37" y="4491037"/>
            <a:ext cx="1543050" cy="914400"/>
          </a:xfrm>
          <a:custGeom>
            <a:avLst/>
            <a:gdLst/>
            <a:ahLst/>
            <a:cxnLst/>
            <a:rect l="0" t="0" r="0" b="0"/>
            <a:pathLst>
              <a:path w="1543050" h="914400">
                <a:moveTo>
                  <a:pt x="457200" y="914400"/>
                </a:moveTo>
                <a:cubicBezTo>
                  <a:pt x="204692" y="914400"/>
                  <a:pt x="0" y="709707"/>
                  <a:pt x="0" y="457200"/>
                </a:cubicBezTo>
                <a:cubicBezTo>
                  <a:pt x="0" y="204692"/>
                  <a:pt x="204692" y="0"/>
                  <a:pt x="457200" y="0"/>
                </a:cubicBezTo>
                <a:lnTo>
                  <a:pt x="1543050" y="0"/>
                </a:lnTo>
                <a:lnTo>
                  <a:pt x="1543050" y="914400"/>
                </a:lnTo>
                <a:lnTo>
                  <a:pt x="457200" y="914400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837" y="4491037"/>
            <a:ext cx="1543050" cy="914400"/>
          </a:xfrm>
          <a:custGeom>
            <a:avLst/>
            <a:gdLst/>
            <a:ahLst/>
            <a:cxnLst/>
            <a:rect l="0" t="0" r="0" b="0"/>
            <a:pathLst>
              <a:path w="1543050" h="914400">
                <a:moveTo>
                  <a:pt x="457200" y="0"/>
                </a:moveTo>
                <a:lnTo>
                  <a:pt x="1543050" y="0"/>
                </a:lnTo>
                <a:moveTo>
                  <a:pt x="1543050" y="914400"/>
                </a:moveTo>
                <a:lnTo>
                  <a:pt x="457200" y="914400"/>
                </a:lnTo>
                <a:moveTo>
                  <a:pt x="457200" y="914400"/>
                </a:moveTo>
                <a:cubicBezTo>
                  <a:pt x="204695" y="914400"/>
                  <a:pt x="0" y="709704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moveTo>
                  <a:pt x="1543050" y="0"/>
                </a:moveTo>
                <a:lnTo>
                  <a:pt x="1543050" y="91440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47501" y="2491320"/>
            <a:ext cx="336956" cy="341118"/>
          </a:xfrm>
          <a:custGeom>
            <a:avLst/>
            <a:gdLst/>
            <a:ahLst/>
            <a:cxnLst/>
            <a:rect l="0" t="0" r="0" b="0"/>
            <a:pathLst>
              <a:path w="336956" h="341118">
                <a:moveTo>
                  <a:pt x="137712" y="22221"/>
                </a:moveTo>
                <a:cubicBezTo>
                  <a:pt x="137502" y="22440"/>
                  <a:pt x="136931" y="23155"/>
                  <a:pt x="136931" y="25012"/>
                </a:cubicBezTo>
                <a:lnTo>
                  <a:pt x="136931" y="82248"/>
                </a:lnTo>
                <a:cubicBezTo>
                  <a:pt x="132064" y="74761"/>
                  <a:pt x="124301" y="69637"/>
                  <a:pt x="115500" y="68103"/>
                </a:cubicBezTo>
                <a:lnTo>
                  <a:pt x="115500" y="25003"/>
                </a:lnTo>
                <a:cubicBezTo>
                  <a:pt x="115500" y="18287"/>
                  <a:pt x="117786" y="11839"/>
                  <a:pt x="122577" y="7058"/>
                </a:cubicBezTo>
                <a:cubicBezTo>
                  <a:pt x="127349" y="2276"/>
                  <a:pt x="133788" y="0"/>
                  <a:pt x="140503" y="0"/>
                </a:cubicBezTo>
                <a:lnTo>
                  <a:pt x="277663" y="0"/>
                </a:lnTo>
                <a:cubicBezTo>
                  <a:pt x="280587" y="0"/>
                  <a:pt x="283559" y="666"/>
                  <a:pt x="285883" y="1419"/>
                </a:cubicBezTo>
                <a:cubicBezTo>
                  <a:pt x="287702" y="2038"/>
                  <a:pt x="290836" y="3267"/>
                  <a:pt x="293341" y="5524"/>
                </a:cubicBezTo>
                <a:lnTo>
                  <a:pt x="327383" y="33899"/>
                </a:lnTo>
                <a:cubicBezTo>
                  <a:pt x="327640" y="34109"/>
                  <a:pt x="327869" y="34328"/>
                  <a:pt x="328098" y="34556"/>
                </a:cubicBezTo>
                <a:cubicBezTo>
                  <a:pt x="331650" y="38109"/>
                  <a:pt x="336956" y="45005"/>
                  <a:pt x="336956" y="53559"/>
                </a:cubicBezTo>
                <a:lnTo>
                  <a:pt x="336956" y="232152"/>
                </a:lnTo>
                <a:cubicBezTo>
                  <a:pt x="336956" y="238867"/>
                  <a:pt x="334670" y="245316"/>
                  <a:pt x="329888" y="250097"/>
                </a:cubicBezTo>
                <a:cubicBezTo>
                  <a:pt x="325107" y="254869"/>
                  <a:pt x="318668" y="257174"/>
                  <a:pt x="311953" y="257174"/>
                </a:cubicBezTo>
                <a:lnTo>
                  <a:pt x="157219" y="257174"/>
                </a:lnTo>
                <a:cubicBezTo>
                  <a:pt x="163020" y="250793"/>
                  <a:pt x="167935" y="243601"/>
                  <a:pt x="171773" y="235743"/>
                </a:cubicBezTo>
                <a:lnTo>
                  <a:pt x="311953" y="235743"/>
                </a:lnTo>
                <a:cubicBezTo>
                  <a:pt x="313810" y="235743"/>
                  <a:pt x="314525" y="235162"/>
                  <a:pt x="314734" y="234943"/>
                </a:cubicBezTo>
                <a:cubicBezTo>
                  <a:pt x="314953" y="234724"/>
                  <a:pt x="315525" y="234010"/>
                  <a:pt x="315525" y="232171"/>
                </a:cubicBezTo>
                <a:lnTo>
                  <a:pt x="315525" y="53616"/>
                </a:lnTo>
                <a:cubicBezTo>
                  <a:pt x="315429" y="53206"/>
                  <a:pt x="315277" y="52806"/>
                  <a:pt x="315048" y="52444"/>
                </a:cubicBezTo>
                <a:cubicBezTo>
                  <a:pt x="314553" y="51558"/>
                  <a:pt x="313944" y="50749"/>
                  <a:pt x="313239" y="50015"/>
                </a:cubicBezTo>
                <a:lnTo>
                  <a:pt x="279520" y="21926"/>
                </a:lnTo>
                <a:cubicBezTo>
                  <a:pt x="278930" y="21678"/>
                  <a:pt x="278301" y="21507"/>
                  <a:pt x="277663" y="21431"/>
                </a:cubicBezTo>
                <a:lnTo>
                  <a:pt x="140503" y="21431"/>
                </a:lnTo>
                <a:cubicBezTo>
                  <a:pt x="138645" y="21431"/>
                  <a:pt x="137931" y="22002"/>
                  <a:pt x="137712" y="22212"/>
                </a:cubicBezTo>
                <a:moveTo>
                  <a:pt x="250297" y="60807"/>
                </a:moveTo>
                <a:cubicBezTo>
                  <a:pt x="252564" y="55425"/>
                  <a:pt x="250107" y="49234"/>
                  <a:pt x="244782" y="46862"/>
                </a:cubicBezTo>
                <a:cubicBezTo>
                  <a:pt x="239458" y="44491"/>
                  <a:pt x="233210" y="46815"/>
                  <a:pt x="230733" y="52082"/>
                </a:cubicBezTo>
                <a:lnTo>
                  <a:pt x="202158" y="116376"/>
                </a:lnTo>
                <a:cubicBezTo>
                  <a:pt x="200501" y="119891"/>
                  <a:pt x="200872" y="124025"/>
                  <a:pt x="203139" y="127177"/>
                </a:cubicBezTo>
                <a:cubicBezTo>
                  <a:pt x="205397" y="130340"/>
                  <a:pt x="209188" y="132026"/>
                  <a:pt x="213045" y="131597"/>
                </a:cubicBezTo>
                <a:cubicBezTo>
                  <a:pt x="216903" y="131159"/>
                  <a:pt x="220227" y="128673"/>
                  <a:pt x="221722" y="125101"/>
                </a:cubicBezTo>
                <a:lnTo>
                  <a:pt x="250297" y="60807"/>
                </a:lnTo>
                <a:moveTo>
                  <a:pt x="190938" y="63150"/>
                </a:moveTo>
                <a:cubicBezTo>
                  <a:pt x="186756" y="58969"/>
                  <a:pt x="179974" y="58969"/>
                  <a:pt x="175793" y="63141"/>
                </a:cubicBezTo>
                <a:lnTo>
                  <a:pt x="154362" y="84581"/>
                </a:lnTo>
                <a:cubicBezTo>
                  <a:pt x="150180" y="88763"/>
                  <a:pt x="150180" y="95535"/>
                  <a:pt x="154362" y="99726"/>
                </a:cubicBezTo>
                <a:lnTo>
                  <a:pt x="175793" y="121157"/>
                </a:lnTo>
                <a:cubicBezTo>
                  <a:pt x="180012" y="125091"/>
                  <a:pt x="186594" y="124967"/>
                  <a:pt x="190671" y="120891"/>
                </a:cubicBezTo>
                <a:cubicBezTo>
                  <a:pt x="194757" y="116814"/>
                  <a:pt x="194871" y="110232"/>
                  <a:pt x="190938" y="106003"/>
                </a:cubicBezTo>
                <a:lnTo>
                  <a:pt x="177079" y="92144"/>
                </a:lnTo>
                <a:lnTo>
                  <a:pt x="190938" y="78295"/>
                </a:lnTo>
                <a:cubicBezTo>
                  <a:pt x="195119" y="74104"/>
                  <a:pt x="195119" y="67332"/>
                  <a:pt x="190938" y="63141"/>
                </a:cubicBezTo>
                <a:moveTo>
                  <a:pt x="261518" y="63150"/>
                </a:moveTo>
                <a:cubicBezTo>
                  <a:pt x="257336" y="67332"/>
                  <a:pt x="257336" y="74104"/>
                  <a:pt x="261518" y="78295"/>
                </a:cubicBezTo>
                <a:lnTo>
                  <a:pt x="275377" y="92144"/>
                </a:lnTo>
                <a:lnTo>
                  <a:pt x="261518" y="106013"/>
                </a:lnTo>
                <a:cubicBezTo>
                  <a:pt x="257584" y="110232"/>
                  <a:pt x="257698" y="116814"/>
                  <a:pt x="261785" y="120891"/>
                </a:cubicBezTo>
                <a:cubicBezTo>
                  <a:pt x="265861" y="124967"/>
                  <a:pt x="272443" y="125091"/>
                  <a:pt x="276663" y="121157"/>
                </a:cubicBezTo>
                <a:lnTo>
                  <a:pt x="298094" y="99726"/>
                </a:lnTo>
                <a:cubicBezTo>
                  <a:pt x="302275" y="95535"/>
                  <a:pt x="302275" y="88763"/>
                  <a:pt x="298094" y="84572"/>
                </a:cubicBezTo>
                <a:lnTo>
                  <a:pt x="276663" y="63150"/>
                </a:lnTo>
                <a:cubicBezTo>
                  <a:pt x="272481" y="58969"/>
                  <a:pt x="265699" y="58969"/>
                  <a:pt x="261518" y="63141"/>
                </a:cubicBezTo>
                <a:moveTo>
                  <a:pt x="176755" y="341118"/>
                </a:moveTo>
                <a:cubicBezTo>
                  <a:pt x="164458" y="305619"/>
                  <a:pt x="130330" y="279673"/>
                  <a:pt x="90735" y="279673"/>
                </a:cubicBezTo>
                <a:cubicBezTo>
                  <a:pt x="51130" y="279673"/>
                  <a:pt x="15630" y="305619"/>
                  <a:pt x="3343" y="341109"/>
                </a:cubicBezTo>
                <a:lnTo>
                  <a:pt x="176755" y="341109"/>
                </a:lnTo>
                <a:moveTo>
                  <a:pt x="89382" y="265356"/>
                </a:moveTo>
                <a:cubicBezTo>
                  <a:pt x="56692" y="265356"/>
                  <a:pt x="29565" y="242496"/>
                  <a:pt x="21497" y="212407"/>
                </a:cubicBezTo>
                <a:lnTo>
                  <a:pt x="51787" y="212407"/>
                </a:lnTo>
                <a:cubicBezTo>
                  <a:pt x="58635" y="226818"/>
                  <a:pt x="73075" y="236781"/>
                  <a:pt x="89373" y="236781"/>
                </a:cubicBezTo>
                <a:cubicBezTo>
                  <a:pt x="106660" y="236781"/>
                  <a:pt x="121072" y="226952"/>
                  <a:pt x="127492" y="212407"/>
                </a:cubicBezTo>
                <a:lnTo>
                  <a:pt x="157562" y="212407"/>
                </a:lnTo>
                <a:cubicBezTo>
                  <a:pt x="149999" y="243125"/>
                  <a:pt x="122681" y="265356"/>
                  <a:pt x="89382" y="265356"/>
                </a:cubicBezTo>
                <a:moveTo>
                  <a:pt x="99269" y="99669"/>
                </a:moveTo>
                <a:cubicBezTo>
                  <a:pt x="98679" y="91992"/>
                  <a:pt x="92116" y="86172"/>
                  <a:pt x="84420" y="86486"/>
                </a:cubicBezTo>
                <a:cubicBezTo>
                  <a:pt x="76733" y="86810"/>
                  <a:pt x="70685" y="93173"/>
                  <a:pt x="70742" y="100869"/>
                </a:cubicBezTo>
                <a:lnTo>
                  <a:pt x="70742" y="106527"/>
                </a:lnTo>
                <a:cubicBezTo>
                  <a:pt x="44253" y="114423"/>
                  <a:pt x="24707" y="138683"/>
                  <a:pt x="22774" y="167144"/>
                </a:cubicBezTo>
                <a:lnTo>
                  <a:pt x="14287" y="167144"/>
                </a:lnTo>
                <a:cubicBezTo>
                  <a:pt x="6400" y="167144"/>
                  <a:pt x="0" y="173545"/>
                  <a:pt x="0" y="181432"/>
                </a:cubicBezTo>
                <a:cubicBezTo>
                  <a:pt x="0" y="189318"/>
                  <a:pt x="6400" y="195719"/>
                  <a:pt x="14287" y="195719"/>
                </a:cubicBezTo>
                <a:lnTo>
                  <a:pt x="164477" y="195719"/>
                </a:lnTo>
                <a:cubicBezTo>
                  <a:pt x="172364" y="195719"/>
                  <a:pt x="178765" y="189318"/>
                  <a:pt x="178765" y="181432"/>
                </a:cubicBezTo>
                <a:cubicBezTo>
                  <a:pt x="178765" y="173545"/>
                  <a:pt x="172364" y="167144"/>
                  <a:pt x="164477" y="167144"/>
                </a:cubicBezTo>
                <a:lnTo>
                  <a:pt x="156000" y="167144"/>
                </a:lnTo>
                <a:cubicBezTo>
                  <a:pt x="155038" y="143589"/>
                  <a:pt x="141579" y="122339"/>
                  <a:pt x="120700" y="111394"/>
                </a:cubicBezTo>
                <a:lnTo>
                  <a:pt x="120700" y="133569"/>
                </a:lnTo>
                <a:cubicBezTo>
                  <a:pt x="120700" y="139484"/>
                  <a:pt x="115900" y="144284"/>
                  <a:pt x="109985" y="144284"/>
                </a:cubicBezTo>
                <a:cubicBezTo>
                  <a:pt x="104070" y="144284"/>
                  <a:pt x="99269" y="139484"/>
                  <a:pt x="99269" y="133569"/>
                </a:cubicBezTo>
                <a:lnTo>
                  <a:pt x="99269" y="99679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29087" y="3633787"/>
            <a:ext cx="342900" cy="342900"/>
          </a:xfrm>
          <a:custGeom>
            <a:avLst/>
            <a:gdLst/>
            <a:ahLst/>
            <a:cxnLst/>
            <a:rect l="0" t="0" r="0" b="0"/>
            <a:pathLst>
              <a:path w="342900" h="342900">
                <a:moveTo>
                  <a:pt x="239315" y="78581"/>
                </a:moveTo>
                <a:cubicBezTo>
                  <a:pt x="261013" y="78581"/>
                  <a:pt x="278606" y="60988"/>
                  <a:pt x="278606" y="39290"/>
                </a:cubicBezTo>
                <a:cubicBezTo>
                  <a:pt x="278606" y="17592"/>
                  <a:pt x="261013" y="0"/>
                  <a:pt x="239315" y="0"/>
                </a:cubicBezTo>
                <a:cubicBezTo>
                  <a:pt x="217617" y="0"/>
                  <a:pt x="200025" y="17592"/>
                  <a:pt x="200025" y="39290"/>
                </a:cubicBezTo>
                <a:cubicBezTo>
                  <a:pt x="200025" y="60988"/>
                  <a:pt x="217617" y="78581"/>
                  <a:pt x="239315" y="78581"/>
                </a:cubicBezTo>
                <a:moveTo>
                  <a:pt x="167249" y="82562"/>
                </a:moveTo>
                <a:cubicBezTo>
                  <a:pt x="172935" y="84191"/>
                  <a:pt x="176231" y="90125"/>
                  <a:pt x="174612" y="95811"/>
                </a:cubicBezTo>
                <a:lnTo>
                  <a:pt x="168925" y="115700"/>
                </a:lnTo>
                <a:cubicBezTo>
                  <a:pt x="189737" y="115785"/>
                  <a:pt x="207597" y="115223"/>
                  <a:pt x="218655" y="107946"/>
                </a:cubicBezTo>
                <a:lnTo>
                  <a:pt x="235743" y="97183"/>
                </a:lnTo>
                <a:cubicBezTo>
                  <a:pt x="241963" y="92583"/>
                  <a:pt x="251279" y="91039"/>
                  <a:pt x="259032" y="95650"/>
                </a:cubicBezTo>
                <a:cubicBezTo>
                  <a:pt x="266804" y="98726"/>
                  <a:pt x="271462" y="106394"/>
                  <a:pt x="271462" y="115614"/>
                </a:cubicBezTo>
                <a:lnTo>
                  <a:pt x="271462" y="215684"/>
                </a:lnTo>
                <a:cubicBezTo>
                  <a:pt x="271462" y="220398"/>
                  <a:pt x="269871" y="224875"/>
                  <a:pt x="267204" y="228600"/>
                </a:cubicBezTo>
                <a:lnTo>
                  <a:pt x="279663" y="228600"/>
                </a:lnTo>
                <a:cubicBezTo>
                  <a:pt x="279939" y="228266"/>
                  <a:pt x="280139" y="227876"/>
                  <a:pt x="280254" y="227456"/>
                </a:cubicBezTo>
                <a:lnTo>
                  <a:pt x="297322" y="107299"/>
                </a:lnTo>
                <a:lnTo>
                  <a:pt x="297322" y="106499"/>
                </a:lnTo>
                <a:cubicBezTo>
                  <a:pt x="299904" y="94211"/>
                  <a:pt x="310343" y="82153"/>
                  <a:pt x="325755" y="82153"/>
                </a:cubicBezTo>
                <a:lnTo>
                  <a:pt x="328612" y="82153"/>
                </a:lnTo>
                <a:cubicBezTo>
                  <a:pt x="336499" y="82153"/>
                  <a:pt x="342900" y="88553"/>
                  <a:pt x="342900" y="96440"/>
                </a:cubicBezTo>
                <a:cubicBezTo>
                  <a:pt x="342900" y="104327"/>
                  <a:pt x="336499" y="110728"/>
                  <a:pt x="328612" y="110728"/>
                </a:cubicBezTo>
                <a:lnTo>
                  <a:pt x="326126" y="110728"/>
                </a:lnTo>
                <a:cubicBezTo>
                  <a:pt x="325850" y="111061"/>
                  <a:pt x="325650" y="111452"/>
                  <a:pt x="325535" y="111871"/>
                </a:cubicBezTo>
                <a:lnTo>
                  <a:pt x="308467" y="232029"/>
                </a:lnTo>
                <a:cubicBezTo>
                  <a:pt x="308429" y="232295"/>
                  <a:pt x="308381" y="232562"/>
                  <a:pt x="308324" y="232829"/>
                </a:cubicBezTo>
                <a:cubicBezTo>
                  <a:pt x="305895" y="245116"/>
                  <a:pt x="295465" y="257175"/>
                  <a:pt x="280034" y="257175"/>
                </a:cubicBezTo>
                <a:lnTo>
                  <a:pt x="264318" y="257175"/>
                </a:lnTo>
                <a:lnTo>
                  <a:pt x="264318" y="314325"/>
                </a:lnTo>
                <a:lnTo>
                  <a:pt x="300037" y="314325"/>
                </a:lnTo>
                <a:cubicBezTo>
                  <a:pt x="307924" y="314325"/>
                  <a:pt x="314325" y="320725"/>
                  <a:pt x="314325" y="328612"/>
                </a:cubicBezTo>
                <a:cubicBezTo>
                  <a:pt x="314325" y="336499"/>
                  <a:pt x="307924" y="342900"/>
                  <a:pt x="300037" y="342900"/>
                </a:cubicBezTo>
                <a:lnTo>
                  <a:pt x="200025" y="342900"/>
                </a:lnTo>
                <a:cubicBezTo>
                  <a:pt x="192138" y="342900"/>
                  <a:pt x="185737" y="336499"/>
                  <a:pt x="185737" y="328612"/>
                </a:cubicBezTo>
                <a:cubicBezTo>
                  <a:pt x="185737" y="320725"/>
                  <a:pt x="192138" y="314325"/>
                  <a:pt x="200025" y="314325"/>
                </a:cubicBezTo>
                <a:lnTo>
                  <a:pt x="235743" y="314325"/>
                </a:lnTo>
                <a:lnTo>
                  <a:pt x="235743" y="257175"/>
                </a:lnTo>
                <a:lnTo>
                  <a:pt x="188442" y="257175"/>
                </a:lnTo>
                <a:lnTo>
                  <a:pt x="167725" y="301361"/>
                </a:lnTo>
                <a:cubicBezTo>
                  <a:pt x="163048" y="310581"/>
                  <a:pt x="150618" y="318268"/>
                  <a:pt x="136645" y="312124"/>
                </a:cubicBezTo>
                <a:cubicBezTo>
                  <a:pt x="124215" y="305981"/>
                  <a:pt x="119576" y="292150"/>
                  <a:pt x="125787" y="281406"/>
                </a:cubicBezTo>
                <a:lnTo>
                  <a:pt x="149399" y="231047"/>
                </a:lnTo>
                <a:cubicBezTo>
                  <a:pt x="160267" y="207997"/>
                  <a:pt x="185118" y="192633"/>
                  <a:pt x="211512" y="192633"/>
                </a:cubicBezTo>
                <a:lnTo>
                  <a:pt x="224875" y="192633"/>
                </a:lnTo>
                <a:lnTo>
                  <a:pt x="224875" y="155543"/>
                </a:lnTo>
                <a:cubicBezTo>
                  <a:pt x="215741" y="159343"/>
                  <a:pt x="205987" y="161410"/>
                  <a:pt x="196110" y="161629"/>
                </a:cubicBezTo>
                <a:cubicBezTo>
                  <a:pt x="200025" y="165782"/>
                  <a:pt x="201110" y="171859"/>
                  <a:pt x="198853" y="177098"/>
                </a:cubicBezTo>
                <a:cubicBezTo>
                  <a:pt x="196595" y="182337"/>
                  <a:pt x="191442" y="185737"/>
                  <a:pt x="185737" y="185737"/>
                </a:cubicBezTo>
                <a:lnTo>
                  <a:pt x="100012" y="185737"/>
                </a:lnTo>
                <a:lnTo>
                  <a:pt x="100012" y="328612"/>
                </a:lnTo>
                <a:cubicBezTo>
                  <a:pt x="100012" y="336499"/>
                  <a:pt x="93611" y="342900"/>
                  <a:pt x="85725" y="342900"/>
                </a:cubicBezTo>
                <a:lnTo>
                  <a:pt x="14287" y="342900"/>
                </a:lnTo>
                <a:cubicBezTo>
                  <a:pt x="6400" y="342900"/>
                  <a:pt x="0" y="336499"/>
                  <a:pt x="0" y="328612"/>
                </a:cubicBezTo>
                <a:lnTo>
                  <a:pt x="0" y="171450"/>
                </a:lnTo>
                <a:cubicBezTo>
                  <a:pt x="0" y="163563"/>
                  <a:pt x="6400" y="157162"/>
                  <a:pt x="14287" y="157162"/>
                </a:cubicBezTo>
                <a:lnTo>
                  <a:pt x="138379" y="157162"/>
                </a:lnTo>
                <a:cubicBezTo>
                  <a:pt x="132511" y="152876"/>
                  <a:pt x="128587" y="146046"/>
                  <a:pt x="128587" y="138655"/>
                </a:cubicBezTo>
                <a:cubicBezTo>
                  <a:pt x="128587" y="128196"/>
                  <a:pt x="136455" y="118862"/>
                  <a:pt x="146465" y="116300"/>
                </a:cubicBezTo>
                <a:lnTo>
                  <a:pt x="154009" y="89925"/>
                </a:lnTo>
                <a:cubicBezTo>
                  <a:pt x="155628" y="84239"/>
                  <a:pt x="161563" y="80943"/>
                  <a:pt x="167249" y="82572"/>
                </a:cubicBezTo>
                <a:moveTo>
                  <a:pt x="0" y="128587"/>
                </a:moveTo>
                <a:cubicBezTo>
                  <a:pt x="0" y="136474"/>
                  <a:pt x="6400" y="142875"/>
                  <a:pt x="14287" y="142875"/>
                </a:cubicBezTo>
                <a:lnTo>
                  <a:pt x="71437" y="142875"/>
                </a:lnTo>
                <a:cubicBezTo>
                  <a:pt x="79324" y="142875"/>
                  <a:pt x="85725" y="136474"/>
                  <a:pt x="85725" y="128587"/>
                </a:cubicBezTo>
                <a:cubicBezTo>
                  <a:pt x="85725" y="120700"/>
                  <a:pt x="79324" y="114300"/>
                  <a:pt x="71437" y="114300"/>
                </a:cubicBezTo>
                <a:lnTo>
                  <a:pt x="14287" y="114300"/>
                </a:lnTo>
                <a:cubicBezTo>
                  <a:pt x="6400" y="114300"/>
                  <a:pt x="0" y="120700"/>
                  <a:pt x="0" y="128587"/>
                </a:cubicBezTo>
                <a:moveTo>
                  <a:pt x="14287" y="64293"/>
                </a:moveTo>
                <a:cubicBezTo>
                  <a:pt x="6400" y="64293"/>
                  <a:pt x="0" y="70694"/>
                  <a:pt x="0" y="78581"/>
                </a:cubicBezTo>
                <a:cubicBezTo>
                  <a:pt x="0" y="86467"/>
                  <a:pt x="6400" y="92868"/>
                  <a:pt x="14287" y="92868"/>
                </a:cubicBezTo>
                <a:lnTo>
                  <a:pt x="71437" y="92868"/>
                </a:lnTo>
                <a:cubicBezTo>
                  <a:pt x="79324" y="92868"/>
                  <a:pt x="85725" y="86467"/>
                  <a:pt x="85725" y="78581"/>
                </a:cubicBezTo>
                <a:cubicBezTo>
                  <a:pt x="85725" y="70694"/>
                  <a:pt x="79324" y="64293"/>
                  <a:pt x="71437" y="64293"/>
                </a:cubicBezTo>
                <a:lnTo>
                  <a:pt x="14287" y="64293"/>
                </a:lnTo>
                <a:moveTo>
                  <a:pt x="0" y="28575"/>
                </a:moveTo>
                <a:cubicBezTo>
                  <a:pt x="0" y="20688"/>
                  <a:pt x="6400" y="14287"/>
                  <a:pt x="14287" y="14287"/>
                </a:cubicBezTo>
                <a:lnTo>
                  <a:pt x="71437" y="14287"/>
                </a:lnTo>
                <a:cubicBezTo>
                  <a:pt x="79324" y="14287"/>
                  <a:pt x="85725" y="20688"/>
                  <a:pt x="85725" y="28575"/>
                </a:cubicBezTo>
                <a:cubicBezTo>
                  <a:pt x="85725" y="36461"/>
                  <a:pt x="79324" y="42862"/>
                  <a:pt x="71437" y="42862"/>
                </a:cubicBezTo>
                <a:lnTo>
                  <a:pt x="14287" y="42862"/>
                </a:lnTo>
                <a:cubicBezTo>
                  <a:pt x="6400" y="42862"/>
                  <a:pt x="0" y="36461"/>
                  <a:pt x="0" y="2857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1587" y="4776787"/>
            <a:ext cx="345100" cy="342366"/>
          </a:xfrm>
          <a:custGeom>
            <a:avLst/>
            <a:gdLst/>
            <a:ahLst/>
            <a:cxnLst/>
            <a:rect l="0" t="0" r="0" b="0"/>
            <a:pathLst>
              <a:path w="345100" h="342366">
                <a:moveTo>
                  <a:pt x="155447" y="238172"/>
                </a:moveTo>
                <a:cubicBezTo>
                  <a:pt x="143970" y="225809"/>
                  <a:pt x="140017" y="208235"/>
                  <a:pt x="145103" y="192157"/>
                </a:cubicBezTo>
                <a:cubicBezTo>
                  <a:pt x="150190" y="176069"/>
                  <a:pt x="163525" y="163963"/>
                  <a:pt x="180022" y="160448"/>
                </a:cubicBezTo>
                <a:cubicBezTo>
                  <a:pt x="181584" y="160191"/>
                  <a:pt x="182765" y="158886"/>
                  <a:pt x="182879" y="157305"/>
                </a:cubicBezTo>
                <a:cubicBezTo>
                  <a:pt x="183003" y="155705"/>
                  <a:pt x="182079" y="154200"/>
                  <a:pt x="180594" y="153590"/>
                </a:cubicBezTo>
                <a:lnTo>
                  <a:pt x="164306" y="147589"/>
                </a:lnTo>
                <a:lnTo>
                  <a:pt x="155305" y="144303"/>
                </a:lnTo>
                <a:cubicBezTo>
                  <a:pt x="154219" y="143055"/>
                  <a:pt x="153523" y="141512"/>
                  <a:pt x="153304" y="139874"/>
                </a:cubicBezTo>
                <a:cubicBezTo>
                  <a:pt x="151999" y="133711"/>
                  <a:pt x="152295" y="127320"/>
                  <a:pt x="154162" y="121300"/>
                </a:cubicBezTo>
                <a:cubicBezTo>
                  <a:pt x="169525" y="104603"/>
                  <a:pt x="177098" y="82172"/>
                  <a:pt x="175021" y="59578"/>
                </a:cubicBezTo>
                <a:cubicBezTo>
                  <a:pt x="175021" y="25145"/>
                  <a:pt x="152590" y="0"/>
                  <a:pt x="121443" y="0"/>
                </a:cubicBezTo>
                <a:cubicBezTo>
                  <a:pt x="106251" y="304"/>
                  <a:pt x="91859" y="6877"/>
                  <a:pt x="81686" y="18164"/>
                </a:cubicBezTo>
                <a:cubicBezTo>
                  <a:pt x="71513" y="29441"/>
                  <a:pt x="66455" y="44434"/>
                  <a:pt x="67722" y="59578"/>
                </a:cubicBezTo>
                <a:cubicBezTo>
                  <a:pt x="65665" y="82057"/>
                  <a:pt x="73190" y="104365"/>
                  <a:pt x="88439" y="121015"/>
                </a:cubicBezTo>
                <a:cubicBezTo>
                  <a:pt x="90573" y="127073"/>
                  <a:pt x="90963" y="133607"/>
                  <a:pt x="89582" y="139874"/>
                </a:cubicBezTo>
                <a:cubicBezTo>
                  <a:pt x="89363" y="141512"/>
                  <a:pt x="88668" y="143055"/>
                  <a:pt x="87582" y="144303"/>
                </a:cubicBezTo>
                <a:lnTo>
                  <a:pt x="78581" y="147589"/>
                </a:lnTo>
                <a:cubicBezTo>
                  <a:pt x="43576" y="160448"/>
                  <a:pt x="18430" y="169735"/>
                  <a:pt x="10715" y="185737"/>
                </a:cubicBezTo>
                <a:cubicBezTo>
                  <a:pt x="3905" y="201539"/>
                  <a:pt x="266" y="218532"/>
                  <a:pt x="0" y="235743"/>
                </a:cubicBezTo>
                <a:cubicBezTo>
                  <a:pt x="0" y="239687"/>
                  <a:pt x="3200" y="242887"/>
                  <a:pt x="7143" y="242887"/>
                </a:cubicBezTo>
                <a:lnTo>
                  <a:pt x="153447" y="242887"/>
                </a:lnTo>
                <a:cubicBezTo>
                  <a:pt x="154562" y="242868"/>
                  <a:pt x="155571" y="242201"/>
                  <a:pt x="156019" y="241172"/>
                </a:cubicBezTo>
                <a:cubicBezTo>
                  <a:pt x="156429" y="240144"/>
                  <a:pt x="156200" y="238982"/>
                  <a:pt x="155447" y="238172"/>
                </a:cubicBezTo>
                <a:moveTo>
                  <a:pt x="232171" y="243316"/>
                </a:moveTo>
                <a:cubicBezTo>
                  <a:pt x="232171" y="255155"/>
                  <a:pt x="241763" y="264747"/>
                  <a:pt x="253603" y="264747"/>
                </a:cubicBezTo>
                <a:cubicBezTo>
                  <a:pt x="265442" y="264747"/>
                  <a:pt x="275034" y="255155"/>
                  <a:pt x="275034" y="243316"/>
                </a:cubicBezTo>
                <a:cubicBezTo>
                  <a:pt x="275034" y="231476"/>
                  <a:pt x="265442" y="221884"/>
                  <a:pt x="253603" y="221884"/>
                </a:cubicBezTo>
                <a:cubicBezTo>
                  <a:pt x="241763" y="221884"/>
                  <a:pt x="232171" y="231476"/>
                  <a:pt x="232171" y="243316"/>
                </a:cubicBezTo>
                <a:moveTo>
                  <a:pt x="336042" y="223599"/>
                </a:moveTo>
                <a:cubicBezTo>
                  <a:pt x="343757" y="215417"/>
                  <a:pt x="345100" y="203101"/>
                  <a:pt x="339328" y="193452"/>
                </a:cubicBezTo>
                <a:cubicBezTo>
                  <a:pt x="333870" y="183718"/>
                  <a:pt x="322592" y="178812"/>
                  <a:pt x="311753" y="181451"/>
                </a:cubicBezTo>
                <a:lnTo>
                  <a:pt x="291464" y="185737"/>
                </a:lnTo>
                <a:cubicBezTo>
                  <a:pt x="288178" y="186404"/>
                  <a:pt x="284921" y="184499"/>
                  <a:pt x="283892" y="181308"/>
                </a:cubicBezTo>
                <a:lnTo>
                  <a:pt x="277891" y="161448"/>
                </a:lnTo>
                <a:cubicBezTo>
                  <a:pt x="274758" y="150637"/>
                  <a:pt x="264861" y="143198"/>
                  <a:pt x="253603" y="143198"/>
                </a:cubicBezTo>
                <a:cubicBezTo>
                  <a:pt x="242344" y="143198"/>
                  <a:pt x="232448" y="150637"/>
                  <a:pt x="229314" y="161448"/>
                </a:cubicBezTo>
                <a:lnTo>
                  <a:pt x="223313" y="181451"/>
                </a:lnTo>
                <a:cubicBezTo>
                  <a:pt x="222227" y="184661"/>
                  <a:pt x="218922" y="186566"/>
                  <a:pt x="215598" y="185880"/>
                </a:cubicBezTo>
                <a:lnTo>
                  <a:pt x="195453" y="181165"/>
                </a:lnTo>
                <a:cubicBezTo>
                  <a:pt x="184242" y="178136"/>
                  <a:pt x="172412" y="183080"/>
                  <a:pt x="166687" y="193176"/>
                </a:cubicBezTo>
                <a:cubicBezTo>
                  <a:pt x="160962" y="203273"/>
                  <a:pt x="162801" y="215969"/>
                  <a:pt x="171164" y="224027"/>
                </a:cubicBezTo>
                <a:lnTo>
                  <a:pt x="185451" y="239315"/>
                </a:lnTo>
                <a:cubicBezTo>
                  <a:pt x="187737" y="241820"/>
                  <a:pt x="187737" y="245668"/>
                  <a:pt x="185451" y="248173"/>
                </a:cubicBezTo>
                <a:lnTo>
                  <a:pt x="171164" y="263461"/>
                </a:lnTo>
                <a:cubicBezTo>
                  <a:pt x="163401" y="271624"/>
                  <a:pt x="162058" y="283968"/>
                  <a:pt x="167878" y="293608"/>
                </a:cubicBezTo>
                <a:cubicBezTo>
                  <a:pt x="173297" y="303380"/>
                  <a:pt x="184604" y="308305"/>
                  <a:pt x="195453" y="305609"/>
                </a:cubicBezTo>
                <a:lnTo>
                  <a:pt x="215598" y="300037"/>
                </a:lnTo>
                <a:cubicBezTo>
                  <a:pt x="218922" y="299351"/>
                  <a:pt x="222227" y="301256"/>
                  <a:pt x="223313" y="304466"/>
                </a:cubicBezTo>
                <a:lnTo>
                  <a:pt x="229314" y="324469"/>
                </a:lnTo>
                <a:cubicBezTo>
                  <a:pt x="232619" y="335108"/>
                  <a:pt x="242458" y="342366"/>
                  <a:pt x="253603" y="342366"/>
                </a:cubicBezTo>
                <a:cubicBezTo>
                  <a:pt x="264747" y="342366"/>
                  <a:pt x="274586" y="335108"/>
                  <a:pt x="277891" y="324469"/>
                </a:cubicBezTo>
                <a:lnTo>
                  <a:pt x="283892" y="304466"/>
                </a:lnTo>
                <a:cubicBezTo>
                  <a:pt x="284921" y="301275"/>
                  <a:pt x="288178" y="299370"/>
                  <a:pt x="291464" y="300037"/>
                </a:cubicBezTo>
                <a:lnTo>
                  <a:pt x="311753" y="304752"/>
                </a:lnTo>
                <a:cubicBezTo>
                  <a:pt x="322602" y="307447"/>
                  <a:pt x="333908" y="302523"/>
                  <a:pt x="339328" y="292750"/>
                </a:cubicBezTo>
                <a:cubicBezTo>
                  <a:pt x="345043" y="283083"/>
                  <a:pt x="343709" y="270805"/>
                  <a:pt x="336042" y="262604"/>
                </a:cubicBezTo>
                <a:lnTo>
                  <a:pt x="321754" y="247316"/>
                </a:lnTo>
                <a:cubicBezTo>
                  <a:pt x="319468" y="244811"/>
                  <a:pt x="319468" y="240963"/>
                  <a:pt x="321754" y="238458"/>
                </a:cubicBezTo>
                <a:lnTo>
                  <a:pt x="336042" y="223599"/>
                </a:lnTo>
                <a:moveTo>
                  <a:pt x="253603" y="285750"/>
                </a:moveTo>
                <a:cubicBezTo>
                  <a:pt x="229933" y="285750"/>
                  <a:pt x="210740" y="266557"/>
                  <a:pt x="210740" y="242887"/>
                </a:cubicBezTo>
                <a:cubicBezTo>
                  <a:pt x="210740" y="219217"/>
                  <a:pt x="229933" y="200025"/>
                  <a:pt x="253603" y="200025"/>
                </a:cubicBezTo>
                <a:cubicBezTo>
                  <a:pt x="277272" y="200025"/>
                  <a:pt x="296465" y="219217"/>
                  <a:pt x="296465" y="242887"/>
                </a:cubicBezTo>
                <a:cubicBezTo>
                  <a:pt x="296465" y="266557"/>
                  <a:pt x="277272" y="285750"/>
                  <a:pt x="253603" y="28575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1195" y="1452562"/>
            <a:ext cx="115543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User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237" y="2328862"/>
            <a:ext cx="1764430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Builds content using a drag-
and-drop editor, previews
messages, and starts
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4000" y="2562224"/>
            <a:ext cx="861488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6263" y="3471862"/>
            <a:ext cx="1809302" cy="800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Creates message
specifications and
reviews/approves content or
templates.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237" y="3705224"/>
            <a:ext cx="127299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Product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237" y="4700587"/>
            <a:ext cx="2036568" cy="600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Maintains AlertStudio, grants
user permissions, and oversees
agent 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8038" y="4848224"/>
            <a:ext cx="55750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Roboto"/>
              </a:rPr>
              <a:t>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