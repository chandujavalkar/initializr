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776689"/>
            <a:ext cx="8229600" cy="5304621"/>
          </a:xfrm>
          <a:custGeom>
            <a:avLst/>
            <a:gdLst/>
            <a:ahLst/>
            <a:cxnLst/>
            <a:rect l="0" t="0" r="0" b="0"/>
            <a:pathLst>
              <a:path w="8229600" h="5304621">
                <a:moveTo>
                  <a:pt x="0" y="0"/>
                </a:moveTo>
                <a:lnTo>
                  <a:pt x="8229600" y="0"/>
                </a:lnTo>
                <a:lnTo>
                  <a:pt x="8229600" y="5304621"/>
                </a:lnTo>
                <a:lnTo>
                  <a:pt x="0" y="5304621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98845" y="3221756"/>
            <a:ext cx="794569" cy="794569"/>
          </a:xfrm>
          <a:custGeom>
            <a:avLst/>
            <a:gdLst/>
            <a:ahLst/>
            <a:cxnLst/>
            <a:rect l="0" t="0" r="0" b="0"/>
            <a:pathLst>
              <a:path w="794569" h="794569">
                <a:moveTo>
                  <a:pt x="387113" y="2701"/>
                </a:moveTo>
                <a:cubicBezTo>
                  <a:pt x="393624" y="0"/>
                  <a:pt x="400945" y="0"/>
                  <a:pt x="407456" y="2701"/>
                </a:cubicBezTo>
                <a:lnTo>
                  <a:pt x="669101" y="111074"/>
                </a:lnTo>
                <a:cubicBezTo>
                  <a:pt x="675620" y="113776"/>
                  <a:pt x="680792" y="118949"/>
                  <a:pt x="683494" y="125468"/>
                </a:cubicBezTo>
                <a:lnTo>
                  <a:pt x="791867" y="387113"/>
                </a:lnTo>
                <a:cubicBezTo>
                  <a:pt x="794569" y="393624"/>
                  <a:pt x="794569" y="400945"/>
                  <a:pt x="791867" y="407456"/>
                </a:cubicBezTo>
                <a:lnTo>
                  <a:pt x="683494" y="669101"/>
                </a:lnTo>
                <a:cubicBezTo>
                  <a:pt x="680792" y="675620"/>
                  <a:pt x="675620" y="680792"/>
                  <a:pt x="669101" y="683494"/>
                </a:cubicBezTo>
                <a:lnTo>
                  <a:pt x="407456" y="791867"/>
                </a:lnTo>
                <a:cubicBezTo>
                  <a:pt x="400945" y="794569"/>
                  <a:pt x="393624" y="794569"/>
                  <a:pt x="387113" y="791867"/>
                </a:cubicBezTo>
                <a:lnTo>
                  <a:pt x="125468" y="683494"/>
                </a:lnTo>
                <a:cubicBezTo>
                  <a:pt x="118949" y="680792"/>
                  <a:pt x="113776" y="675620"/>
                  <a:pt x="111074" y="669101"/>
                </a:cubicBezTo>
                <a:lnTo>
                  <a:pt x="2701" y="407456"/>
                </a:lnTo>
                <a:cubicBezTo>
                  <a:pt x="0" y="400945"/>
                  <a:pt x="0" y="393624"/>
                  <a:pt x="2701" y="387113"/>
                </a:cubicBezTo>
                <a:lnTo>
                  <a:pt x="111074" y="125468"/>
                </a:lnTo>
                <a:cubicBezTo>
                  <a:pt x="113776" y="118949"/>
                  <a:pt x="118949" y="113776"/>
                  <a:pt x="125468" y="111074"/>
                </a:cubicBezTo>
                <a:lnTo>
                  <a:pt x="387113" y="2701"/>
                </a:lnTo>
              </a:path>
            </a:pathLst>
          </a:custGeom>
          <a:solidFill>
            <a:srgbClr val="7F64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98848" y="3221759"/>
            <a:ext cx="794562" cy="794562"/>
          </a:xfrm>
          <a:custGeom>
            <a:avLst/>
            <a:gdLst/>
            <a:ahLst/>
            <a:cxnLst/>
            <a:rect l="0" t="0" r="0" b="0"/>
            <a:pathLst>
              <a:path w="794562" h="794562">
                <a:moveTo>
                  <a:pt x="387107" y="2697"/>
                </a:moveTo>
                <a:cubicBezTo>
                  <a:pt x="393621" y="0"/>
                  <a:pt x="400940" y="0"/>
                  <a:pt x="407455" y="2697"/>
                </a:cubicBezTo>
                <a:lnTo>
                  <a:pt x="669099" y="111074"/>
                </a:lnTo>
                <a:cubicBezTo>
                  <a:pt x="675614" y="113772"/>
                  <a:pt x="680790" y="118948"/>
                  <a:pt x="683488" y="125463"/>
                </a:cubicBezTo>
                <a:lnTo>
                  <a:pt x="791865" y="387107"/>
                </a:lnTo>
                <a:cubicBezTo>
                  <a:pt x="794562" y="393621"/>
                  <a:pt x="794562" y="400940"/>
                  <a:pt x="791865" y="407455"/>
                </a:cubicBezTo>
                <a:lnTo>
                  <a:pt x="683488" y="669099"/>
                </a:lnTo>
                <a:cubicBezTo>
                  <a:pt x="680790" y="675614"/>
                  <a:pt x="675614" y="680790"/>
                  <a:pt x="669099" y="683488"/>
                </a:cubicBezTo>
                <a:lnTo>
                  <a:pt x="407455" y="791865"/>
                </a:lnTo>
                <a:cubicBezTo>
                  <a:pt x="400940" y="794562"/>
                  <a:pt x="393621" y="794562"/>
                  <a:pt x="387107" y="791865"/>
                </a:cubicBezTo>
                <a:lnTo>
                  <a:pt x="125463" y="683488"/>
                </a:lnTo>
                <a:cubicBezTo>
                  <a:pt x="118948" y="680790"/>
                  <a:pt x="113772" y="675614"/>
                  <a:pt x="111074" y="669099"/>
                </a:cubicBezTo>
                <a:lnTo>
                  <a:pt x="2697" y="407455"/>
                </a:lnTo>
                <a:cubicBezTo>
                  <a:pt x="0" y="400940"/>
                  <a:pt x="0" y="393621"/>
                  <a:pt x="2697" y="387107"/>
                </a:cubicBezTo>
                <a:lnTo>
                  <a:pt x="111074" y="125463"/>
                </a:lnTo>
                <a:cubicBezTo>
                  <a:pt x="113772" y="118948"/>
                  <a:pt x="118948" y="113772"/>
                  <a:pt x="125463" y="111074"/>
                </a:cubicBezTo>
                <a:lnTo>
                  <a:pt x="387107" y="2697"/>
                </a:lnTo>
                <a:close/>
              </a:path>
            </a:pathLst>
          </a:custGeom>
          <a:noFill/>
          <a:ln w="1239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00240" y="3196695"/>
            <a:ext cx="820398" cy="818952"/>
          </a:xfrm>
          <a:custGeom>
            <a:avLst/>
            <a:gdLst/>
            <a:ahLst/>
            <a:cxnLst/>
            <a:rect l="0" t="0" r="0" b="0"/>
            <a:pathLst>
              <a:path w="820398" h="818952">
                <a:moveTo>
                  <a:pt x="397995" y="3800"/>
                </a:moveTo>
                <a:cubicBezTo>
                  <a:pt x="405704" y="0"/>
                  <a:pt x="414694" y="0"/>
                  <a:pt x="422403" y="3800"/>
                </a:cubicBezTo>
                <a:lnTo>
                  <a:pt x="727840" y="154412"/>
                </a:lnTo>
                <a:cubicBezTo>
                  <a:pt x="735549" y="158213"/>
                  <a:pt x="741151" y="165401"/>
                  <a:pt x="743060" y="173945"/>
                </a:cubicBezTo>
                <a:lnTo>
                  <a:pt x="818498" y="512358"/>
                </a:lnTo>
                <a:cubicBezTo>
                  <a:pt x="820398" y="520902"/>
                  <a:pt x="818399" y="529875"/>
                  <a:pt x="813061" y="536725"/>
                </a:cubicBezTo>
                <a:lnTo>
                  <a:pt x="601694" y="808112"/>
                </a:lnTo>
                <a:cubicBezTo>
                  <a:pt x="596356" y="814961"/>
                  <a:pt x="588267" y="818952"/>
                  <a:pt x="579707" y="818952"/>
                </a:cubicBezTo>
                <a:lnTo>
                  <a:pt x="240691" y="818952"/>
                </a:lnTo>
                <a:cubicBezTo>
                  <a:pt x="232130" y="818952"/>
                  <a:pt x="224041" y="814961"/>
                  <a:pt x="218704" y="808112"/>
                </a:cubicBezTo>
                <a:lnTo>
                  <a:pt x="7337" y="536725"/>
                </a:lnTo>
                <a:cubicBezTo>
                  <a:pt x="1999" y="529875"/>
                  <a:pt x="0" y="520902"/>
                  <a:pt x="1900" y="512358"/>
                </a:cubicBezTo>
                <a:lnTo>
                  <a:pt x="77338" y="173945"/>
                </a:lnTo>
                <a:cubicBezTo>
                  <a:pt x="79247" y="165401"/>
                  <a:pt x="84849" y="158213"/>
                  <a:pt x="92558" y="154412"/>
                </a:cubicBezTo>
                <a:lnTo>
                  <a:pt x="397995" y="3800"/>
                </a:lnTo>
              </a:path>
            </a:pathLst>
          </a:custGeom>
          <a:solidFill>
            <a:srgbClr val="BA5D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00239" y="3196694"/>
            <a:ext cx="820400" cy="818953"/>
          </a:xfrm>
          <a:custGeom>
            <a:avLst/>
            <a:gdLst/>
            <a:ahLst/>
            <a:cxnLst/>
            <a:rect l="0" t="0" r="0" b="0"/>
            <a:pathLst>
              <a:path w="820400" h="818953">
                <a:moveTo>
                  <a:pt x="397997" y="3803"/>
                </a:moveTo>
                <a:cubicBezTo>
                  <a:pt x="405708" y="0"/>
                  <a:pt x="414691" y="0"/>
                  <a:pt x="422403" y="3803"/>
                </a:cubicBezTo>
                <a:lnTo>
                  <a:pt x="727841" y="154410"/>
                </a:lnTo>
                <a:cubicBezTo>
                  <a:pt x="735553" y="158213"/>
                  <a:pt x="741153" y="165404"/>
                  <a:pt x="743059" y="173948"/>
                </a:cubicBezTo>
                <a:lnTo>
                  <a:pt x="818495" y="512361"/>
                </a:lnTo>
                <a:cubicBezTo>
                  <a:pt x="820400" y="520905"/>
                  <a:pt x="818401" y="529873"/>
                  <a:pt x="813064" y="536725"/>
                </a:cubicBezTo>
                <a:lnTo>
                  <a:pt x="601695" y="808110"/>
                </a:lnTo>
                <a:cubicBezTo>
                  <a:pt x="596358" y="814962"/>
                  <a:pt x="588265" y="818953"/>
                  <a:pt x="579705" y="818953"/>
                </a:cubicBezTo>
                <a:lnTo>
                  <a:pt x="240695" y="818953"/>
                </a:lnTo>
                <a:cubicBezTo>
                  <a:pt x="232135" y="818953"/>
                  <a:pt x="224041" y="814962"/>
                  <a:pt x="218704" y="808110"/>
                </a:cubicBezTo>
                <a:lnTo>
                  <a:pt x="7335" y="536725"/>
                </a:lnTo>
                <a:cubicBezTo>
                  <a:pt x="1998" y="529873"/>
                  <a:pt x="0" y="520905"/>
                  <a:pt x="1904" y="512361"/>
                </a:cubicBezTo>
                <a:lnTo>
                  <a:pt x="77341" y="173948"/>
                </a:lnTo>
                <a:cubicBezTo>
                  <a:pt x="79246" y="165404"/>
                  <a:pt x="84846" y="158213"/>
                  <a:pt x="92559" y="154410"/>
                </a:cubicBezTo>
                <a:lnTo>
                  <a:pt x="397997" y="3803"/>
                </a:lnTo>
                <a:close/>
              </a:path>
            </a:pathLst>
          </a:custGeom>
          <a:noFill/>
          <a:ln w="1239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35963" y="3263746"/>
            <a:ext cx="861893" cy="743638"/>
          </a:xfrm>
          <a:custGeom>
            <a:avLst/>
            <a:gdLst/>
            <a:ahLst/>
            <a:cxnLst/>
            <a:rect l="0" t="0" r="0" b="0"/>
            <a:pathLst>
              <a:path w="861893" h="743638">
                <a:moveTo>
                  <a:pt x="5164" y="386130"/>
                </a:moveTo>
                <a:cubicBezTo>
                  <a:pt x="0" y="377272"/>
                  <a:pt x="0" y="366365"/>
                  <a:pt x="5164" y="357508"/>
                </a:cubicBezTo>
                <a:lnTo>
                  <a:pt x="205525" y="14310"/>
                </a:lnTo>
                <a:cubicBezTo>
                  <a:pt x="210697" y="5453"/>
                  <a:pt x="220249" y="0"/>
                  <a:pt x="230585" y="0"/>
                </a:cubicBezTo>
                <a:lnTo>
                  <a:pt x="631307" y="0"/>
                </a:lnTo>
                <a:cubicBezTo>
                  <a:pt x="641644" y="0"/>
                  <a:pt x="651196" y="5453"/>
                  <a:pt x="656368" y="14310"/>
                </a:cubicBezTo>
                <a:lnTo>
                  <a:pt x="856729" y="357508"/>
                </a:lnTo>
                <a:cubicBezTo>
                  <a:pt x="861893" y="366365"/>
                  <a:pt x="861893" y="377272"/>
                  <a:pt x="856729" y="386130"/>
                </a:cubicBezTo>
                <a:lnTo>
                  <a:pt x="656368" y="729327"/>
                </a:lnTo>
                <a:cubicBezTo>
                  <a:pt x="651196" y="738185"/>
                  <a:pt x="641644" y="743638"/>
                  <a:pt x="631307" y="743638"/>
                </a:cubicBezTo>
                <a:lnTo>
                  <a:pt x="230585" y="743638"/>
                </a:lnTo>
                <a:cubicBezTo>
                  <a:pt x="220249" y="743638"/>
                  <a:pt x="210697" y="738185"/>
                  <a:pt x="205525" y="729327"/>
                </a:cubicBezTo>
                <a:lnTo>
                  <a:pt x="5164" y="386130"/>
                </a:lnTo>
              </a:path>
            </a:pathLst>
          </a:custGeom>
          <a:solidFill>
            <a:srgbClr val="DE58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35960" y="3263746"/>
            <a:ext cx="861900" cy="743638"/>
          </a:xfrm>
          <a:custGeom>
            <a:avLst/>
            <a:gdLst/>
            <a:ahLst/>
            <a:cxnLst/>
            <a:rect l="0" t="0" r="0" b="0"/>
            <a:pathLst>
              <a:path w="861900" h="743638">
                <a:moveTo>
                  <a:pt x="5169" y="386131"/>
                </a:moveTo>
                <a:cubicBezTo>
                  <a:pt x="0" y="377275"/>
                  <a:pt x="0" y="366363"/>
                  <a:pt x="5169" y="357508"/>
                </a:cubicBezTo>
                <a:lnTo>
                  <a:pt x="205527" y="14311"/>
                </a:lnTo>
                <a:cubicBezTo>
                  <a:pt x="210697" y="5455"/>
                  <a:pt x="220252" y="0"/>
                  <a:pt x="230592" y="0"/>
                </a:cubicBezTo>
                <a:lnTo>
                  <a:pt x="631307" y="0"/>
                </a:lnTo>
                <a:cubicBezTo>
                  <a:pt x="641647" y="0"/>
                  <a:pt x="651202" y="5455"/>
                  <a:pt x="656372" y="14311"/>
                </a:cubicBezTo>
                <a:lnTo>
                  <a:pt x="856730" y="357507"/>
                </a:lnTo>
                <a:cubicBezTo>
                  <a:pt x="861900" y="366363"/>
                  <a:pt x="861900" y="377275"/>
                  <a:pt x="856730" y="386130"/>
                </a:cubicBezTo>
                <a:lnTo>
                  <a:pt x="656372" y="729326"/>
                </a:lnTo>
                <a:cubicBezTo>
                  <a:pt x="651202" y="738182"/>
                  <a:pt x="641647" y="743638"/>
                  <a:pt x="631307" y="743638"/>
                </a:cubicBezTo>
                <a:lnTo>
                  <a:pt x="230592" y="743638"/>
                </a:lnTo>
                <a:cubicBezTo>
                  <a:pt x="220252" y="743638"/>
                  <a:pt x="210697" y="738182"/>
                  <a:pt x="205527" y="729326"/>
                </a:cubicBezTo>
                <a:lnTo>
                  <a:pt x="5169" y="386131"/>
                </a:lnTo>
                <a:close/>
              </a:path>
            </a:pathLst>
          </a:custGeom>
          <a:noFill/>
          <a:ln w="1239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9781" y="3203991"/>
            <a:ext cx="814614" cy="811656"/>
          </a:xfrm>
          <a:custGeom>
            <a:avLst/>
            <a:gdLst/>
            <a:ahLst/>
            <a:cxnLst/>
            <a:rect l="0" t="0" r="0" b="0"/>
            <a:pathLst>
              <a:path w="814614" h="811656">
                <a:moveTo>
                  <a:pt x="390418" y="7667"/>
                </a:moveTo>
                <a:cubicBezTo>
                  <a:pt x="400490" y="0"/>
                  <a:pt x="414124" y="0"/>
                  <a:pt x="424196" y="7667"/>
                </a:cubicBezTo>
                <a:lnTo>
                  <a:pt x="800328" y="293960"/>
                </a:lnTo>
                <a:cubicBezTo>
                  <a:pt x="810400" y="301628"/>
                  <a:pt x="814614" y="315211"/>
                  <a:pt x="810772" y="327614"/>
                </a:cubicBezTo>
                <a:lnTo>
                  <a:pt x="667101" y="790859"/>
                </a:lnTo>
                <a:cubicBezTo>
                  <a:pt x="663251" y="803261"/>
                  <a:pt x="652220" y="811656"/>
                  <a:pt x="639768" y="811656"/>
                </a:cubicBezTo>
                <a:lnTo>
                  <a:pt x="174845" y="811656"/>
                </a:lnTo>
                <a:cubicBezTo>
                  <a:pt x="162394" y="811656"/>
                  <a:pt x="151363" y="803261"/>
                  <a:pt x="147513" y="790859"/>
                </a:cubicBezTo>
                <a:lnTo>
                  <a:pt x="3842" y="327614"/>
                </a:lnTo>
                <a:cubicBezTo>
                  <a:pt x="0" y="315211"/>
                  <a:pt x="4213" y="301628"/>
                  <a:pt x="14286" y="293960"/>
                </a:cubicBezTo>
                <a:lnTo>
                  <a:pt x="390418" y="7667"/>
                </a:ln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9780" y="3203992"/>
            <a:ext cx="814616" cy="811655"/>
          </a:xfrm>
          <a:custGeom>
            <a:avLst/>
            <a:gdLst/>
            <a:ahLst/>
            <a:cxnLst/>
            <a:rect l="0" t="0" r="0" b="0"/>
            <a:pathLst>
              <a:path w="814616" h="811655">
                <a:moveTo>
                  <a:pt x="390418" y="7665"/>
                </a:moveTo>
                <a:cubicBezTo>
                  <a:pt x="400489" y="0"/>
                  <a:pt x="414126" y="0"/>
                  <a:pt x="424197" y="7665"/>
                </a:cubicBezTo>
                <a:lnTo>
                  <a:pt x="800331" y="293961"/>
                </a:lnTo>
                <a:cubicBezTo>
                  <a:pt x="810402" y="301627"/>
                  <a:pt x="814616" y="315214"/>
                  <a:pt x="810770" y="327617"/>
                </a:cubicBezTo>
                <a:lnTo>
                  <a:pt x="667099" y="790855"/>
                </a:lnTo>
                <a:cubicBezTo>
                  <a:pt x="663252" y="803258"/>
                  <a:pt x="652219" y="811655"/>
                  <a:pt x="639772" y="811655"/>
                </a:cubicBezTo>
                <a:lnTo>
                  <a:pt x="174844" y="811655"/>
                </a:lnTo>
                <a:cubicBezTo>
                  <a:pt x="162396" y="811655"/>
                  <a:pt x="151363" y="803258"/>
                  <a:pt x="147517" y="790855"/>
                </a:cubicBezTo>
                <a:lnTo>
                  <a:pt x="3846" y="327617"/>
                </a:lnTo>
                <a:cubicBezTo>
                  <a:pt x="0" y="315215"/>
                  <a:pt x="4213" y="301627"/>
                  <a:pt x="14284" y="293961"/>
                </a:cubicBezTo>
                <a:lnTo>
                  <a:pt x="390418" y="7665"/>
                </a:lnTo>
                <a:close/>
              </a:path>
            </a:pathLst>
          </a:custGeom>
          <a:noFill/>
          <a:ln w="1239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82397" y="3305060"/>
            <a:ext cx="710587" cy="710587"/>
          </a:xfrm>
          <a:custGeom>
            <a:avLst/>
            <a:gdLst/>
            <a:ahLst/>
            <a:cxnLst/>
            <a:rect l="0" t="0" r="0" b="0"/>
            <a:pathLst>
              <a:path w="710587" h="710587">
                <a:moveTo>
                  <a:pt x="0" y="33835"/>
                </a:moveTo>
                <a:cubicBezTo>
                  <a:pt x="0" y="15145"/>
                  <a:pt x="15145" y="0"/>
                  <a:pt x="33835" y="0"/>
                </a:cubicBezTo>
                <a:lnTo>
                  <a:pt x="676752" y="0"/>
                </a:lnTo>
                <a:cubicBezTo>
                  <a:pt x="695434" y="0"/>
                  <a:pt x="710587" y="15145"/>
                  <a:pt x="710587" y="33835"/>
                </a:cubicBezTo>
                <a:lnTo>
                  <a:pt x="710587" y="676752"/>
                </a:lnTo>
                <a:cubicBezTo>
                  <a:pt x="710587" y="695434"/>
                  <a:pt x="695434" y="710587"/>
                  <a:pt x="676752" y="710587"/>
                </a:cubicBezTo>
                <a:lnTo>
                  <a:pt x="33835" y="710587"/>
                </a:lnTo>
                <a:cubicBezTo>
                  <a:pt x="15145" y="710587"/>
                  <a:pt x="0" y="695434"/>
                  <a:pt x="0" y="676752"/>
                </a:cubicBezTo>
                <a:lnTo>
                  <a:pt x="0" y="33835"/>
                </a:ln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82397" y="3305060"/>
            <a:ext cx="710587" cy="710587"/>
          </a:xfrm>
          <a:custGeom>
            <a:avLst/>
            <a:gdLst/>
            <a:ahLst/>
            <a:cxnLst/>
            <a:rect l="0" t="0" r="0" b="0"/>
            <a:pathLst>
              <a:path w="710587" h="710587">
                <a:moveTo>
                  <a:pt x="0" y="33837"/>
                </a:moveTo>
                <a:cubicBezTo>
                  <a:pt x="0" y="15149"/>
                  <a:pt x="15149" y="0"/>
                  <a:pt x="33837" y="0"/>
                </a:cubicBezTo>
                <a:lnTo>
                  <a:pt x="676750" y="0"/>
                </a:lnTo>
                <a:cubicBezTo>
                  <a:pt x="695438" y="0"/>
                  <a:pt x="710587" y="15149"/>
                  <a:pt x="710587" y="33837"/>
                </a:cubicBezTo>
                <a:lnTo>
                  <a:pt x="710587" y="676750"/>
                </a:lnTo>
                <a:cubicBezTo>
                  <a:pt x="710587" y="695438"/>
                  <a:pt x="695438" y="710587"/>
                  <a:pt x="676750" y="710587"/>
                </a:cubicBezTo>
                <a:lnTo>
                  <a:pt x="33837" y="710587"/>
                </a:lnTo>
                <a:cubicBezTo>
                  <a:pt x="15149" y="710587"/>
                  <a:pt x="0" y="695438"/>
                  <a:pt x="0" y="676750"/>
                </a:cubicBezTo>
                <a:lnTo>
                  <a:pt x="0" y="33837"/>
                </a:lnTo>
                <a:close/>
              </a:path>
            </a:pathLst>
          </a:custGeom>
          <a:noFill/>
          <a:ln w="1239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08809" y="3232621"/>
            <a:ext cx="878121" cy="766501"/>
          </a:xfrm>
          <a:custGeom>
            <a:avLst/>
            <a:gdLst/>
            <a:ahLst/>
            <a:cxnLst/>
            <a:rect l="0" t="0" r="0" b="0"/>
            <a:pathLst>
              <a:path w="878121" h="766501">
                <a:moveTo>
                  <a:pt x="406406" y="25341"/>
                </a:moveTo>
                <a:cubicBezTo>
                  <a:pt x="420915" y="0"/>
                  <a:pt x="457205" y="0"/>
                  <a:pt x="471714" y="25341"/>
                </a:cubicBezTo>
                <a:lnTo>
                  <a:pt x="863612" y="709489"/>
                </a:lnTo>
                <a:cubicBezTo>
                  <a:pt x="878121" y="734830"/>
                  <a:pt x="859984" y="766501"/>
                  <a:pt x="830949" y="766501"/>
                </a:cubicBezTo>
                <a:lnTo>
                  <a:pt x="47171" y="766501"/>
                </a:lnTo>
                <a:cubicBezTo>
                  <a:pt x="18136" y="766501"/>
                  <a:pt x="0" y="734830"/>
                  <a:pt x="14509" y="709489"/>
                </a:cubicBezTo>
                <a:lnTo>
                  <a:pt x="406406" y="25341"/>
                </a:ln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08805" y="3232623"/>
            <a:ext cx="878128" cy="766498"/>
          </a:xfrm>
          <a:custGeom>
            <a:avLst/>
            <a:gdLst/>
            <a:ahLst/>
            <a:cxnLst/>
            <a:rect l="0" t="0" r="0" b="0"/>
            <a:pathLst>
              <a:path w="878128" h="766498">
                <a:moveTo>
                  <a:pt x="406406" y="25339"/>
                </a:moveTo>
                <a:cubicBezTo>
                  <a:pt x="420920" y="0"/>
                  <a:pt x="457207" y="0"/>
                  <a:pt x="471721" y="25339"/>
                </a:cubicBezTo>
                <a:lnTo>
                  <a:pt x="863613" y="709486"/>
                </a:lnTo>
                <a:cubicBezTo>
                  <a:pt x="878128" y="734825"/>
                  <a:pt x="859984" y="766498"/>
                  <a:pt x="830955" y="766498"/>
                </a:cubicBezTo>
                <a:lnTo>
                  <a:pt x="47172" y="766498"/>
                </a:lnTo>
                <a:cubicBezTo>
                  <a:pt x="18143" y="766498"/>
                  <a:pt x="0" y="734825"/>
                  <a:pt x="14514" y="709486"/>
                </a:cubicBezTo>
                <a:lnTo>
                  <a:pt x="406406" y="25339"/>
                </a:lnTo>
                <a:close/>
              </a:path>
            </a:pathLst>
          </a:custGeom>
          <a:noFill/>
          <a:ln w="1239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7" name="Group 16"/>
          <p:cNvGrpSpPr/>
          <p:nvPr/>
        </p:nvGrpSpPr>
        <p:grpSpPr>
          <a:xfrm>
            <a:off x="6352601" y="2610997"/>
            <a:ext cx="107414" cy="483365"/>
            <a:chOff x="5895401" y="1834308"/>
            <a:chExt cx="107414" cy="483365"/>
          </a:xfrm>
        </p:grpSpPr>
        <p:sp>
          <p:nvSpPr>
            <p:cNvPr id="15" name="Rounded Rectangle 14"/>
            <p:cNvSpPr/>
            <p:nvPr/>
          </p:nvSpPr>
          <p:spPr>
            <a:xfrm>
              <a:off x="5949108" y="1834308"/>
              <a:ext cx="8262" cy="479233"/>
            </a:xfrm>
            <a:custGeom>
              <a:avLst/>
              <a:gdLst/>
              <a:ahLst/>
              <a:cxnLst/>
              <a:rect l="0" t="0" r="0" b="0"/>
              <a:pathLst>
                <a:path w="8262" h="479233">
                  <a:moveTo>
                    <a:pt x="0" y="0"/>
                  </a:moveTo>
                  <a:lnTo>
                    <a:pt x="0" y="479233"/>
                  </a:lnTo>
                </a:path>
              </a:pathLst>
            </a:custGeom>
            <a:noFill/>
            <a:ln w="123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895401" y="2263966"/>
              <a:ext cx="107414" cy="53707"/>
            </a:xfrm>
            <a:custGeom>
              <a:avLst/>
              <a:gdLst/>
              <a:ahLst/>
              <a:cxnLst/>
              <a:rect l="0" t="0" r="0" b="0"/>
              <a:pathLst>
                <a:path w="107414" h="53707">
                  <a:moveTo>
                    <a:pt x="0" y="0"/>
                  </a:moveTo>
                  <a:lnTo>
                    <a:pt x="53707" y="53707"/>
                  </a:lnTo>
                  <a:lnTo>
                    <a:pt x="107414" y="0"/>
                  </a:lnTo>
                </a:path>
              </a:pathLst>
            </a:custGeom>
            <a:noFill/>
            <a:ln w="123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113203" y="4102405"/>
            <a:ext cx="107414" cy="483365"/>
            <a:chOff x="4656003" y="3325716"/>
            <a:chExt cx="107414" cy="483365"/>
          </a:xfrm>
        </p:grpSpPr>
        <p:sp>
          <p:nvSpPr>
            <p:cNvPr id="18" name="Rounded Rectangle 17"/>
            <p:cNvSpPr/>
            <p:nvPr/>
          </p:nvSpPr>
          <p:spPr>
            <a:xfrm>
              <a:off x="4709710" y="3329848"/>
              <a:ext cx="8262" cy="479233"/>
            </a:xfrm>
            <a:custGeom>
              <a:avLst/>
              <a:gdLst/>
              <a:ahLst/>
              <a:cxnLst/>
              <a:rect l="0" t="0" r="0" b="0"/>
              <a:pathLst>
                <a:path w="8262" h="479233">
                  <a:moveTo>
                    <a:pt x="0" y="479233"/>
                  </a:moveTo>
                  <a:lnTo>
                    <a:pt x="0" y="0"/>
                  </a:lnTo>
                </a:path>
              </a:pathLst>
            </a:custGeom>
            <a:noFill/>
            <a:ln w="123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656003" y="3325716"/>
              <a:ext cx="107414" cy="53707"/>
            </a:xfrm>
            <a:custGeom>
              <a:avLst/>
              <a:gdLst/>
              <a:ahLst/>
              <a:cxnLst/>
              <a:rect l="0" t="0" r="0" b="0"/>
              <a:pathLst>
                <a:path w="107414" h="53707">
                  <a:moveTo>
                    <a:pt x="107414" y="53707"/>
                  </a:moveTo>
                  <a:lnTo>
                    <a:pt x="53707" y="0"/>
                  </a:lnTo>
                  <a:lnTo>
                    <a:pt x="0" y="53707"/>
                  </a:lnTo>
                </a:path>
              </a:pathLst>
            </a:custGeom>
            <a:noFill/>
            <a:ln w="123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915119" y="2610997"/>
            <a:ext cx="107414" cy="483365"/>
            <a:chOff x="3457919" y="1834308"/>
            <a:chExt cx="107414" cy="483365"/>
          </a:xfrm>
        </p:grpSpPr>
        <p:sp>
          <p:nvSpPr>
            <p:cNvPr id="21" name="Rounded Rectangle 20"/>
            <p:cNvSpPr/>
            <p:nvPr/>
          </p:nvSpPr>
          <p:spPr>
            <a:xfrm>
              <a:off x="3511626" y="1834308"/>
              <a:ext cx="8262" cy="479233"/>
            </a:xfrm>
            <a:custGeom>
              <a:avLst/>
              <a:gdLst/>
              <a:ahLst/>
              <a:cxnLst/>
              <a:rect l="0" t="0" r="0" b="0"/>
              <a:pathLst>
                <a:path w="8262" h="479233">
                  <a:moveTo>
                    <a:pt x="0" y="0"/>
                  </a:moveTo>
                  <a:lnTo>
                    <a:pt x="0" y="479233"/>
                  </a:lnTo>
                </a:path>
              </a:pathLst>
            </a:custGeom>
            <a:noFill/>
            <a:ln w="123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457919" y="2263966"/>
              <a:ext cx="107414" cy="53707"/>
            </a:xfrm>
            <a:custGeom>
              <a:avLst/>
              <a:gdLst/>
              <a:ahLst/>
              <a:cxnLst/>
              <a:rect l="0" t="0" r="0" b="0"/>
              <a:pathLst>
                <a:path w="107414" h="53707">
                  <a:moveTo>
                    <a:pt x="0" y="0"/>
                  </a:moveTo>
                  <a:lnTo>
                    <a:pt x="53707" y="53707"/>
                  </a:lnTo>
                  <a:lnTo>
                    <a:pt x="107414" y="0"/>
                  </a:lnTo>
                </a:path>
              </a:pathLst>
            </a:custGeom>
            <a:noFill/>
            <a:ln w="123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2683984" y="4110668"/>
            <a:ext cx="107414" cy="483364"/>
            <a:chOff x="2226784" y="3333979"/>
            <a:chExt cx="107414" cy="483364"/>
          </a:xfrm>
        </p:grpSpPr>
        <p:sp>
          <p:nvSpPr>
            <p:cNvPr id="24" name="Rounded Rectangle 23"/>
            <p:cNvSpPr/>
            <p:nvPr/>
          </p:nvSpPr>
          <p:spPr>
            <a:xfrm>
              <a:off x="2280491" y="3338110"/>
              <a:ext cx="8262" cy="479233"/>
            </a:xfrm>
            <a:custGeom>
              <a:avLst/>
              <a:gdLst/>
              <a:ahLst/>
              <a:cxnLst/>
              <a:rect l="0" t="0" r="0" b="0"/>
              <a:pathLst>
                <a:path w="8262" h="479233">
                  <a:moveTo>
                    <a:pt x="0" y="479233"/>
                  </a:moveTo>
                  <a:lnTo>
                    <a:pt x="0" y="0"/>
                  </a:lnTo>
                </a:path>
              </a:pathLst>
            </a:custGeom>
            <a:noFill/>
            <a:ln w="123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226784" y="3333979"/>
              <a:ext cx="107414" cy="53707"/>
            </a:xfrm>
            <a:custGeom>
              <a:avLst/>
              <a:gdLst/>
              <a:ahLst/>
              <a:cxnLst/>
              <a:rect l="0" t="0" r="0" b="0"/>
              <a:pathLst>
                <a:path w="107414" h="53707">
                  <a:moveTo>
                    <a:pt x="107414" y="53707"/>
                  </a:moveTo>
                  <a:lnTo>
                    <a:pt x="53707" y="0"/>
                  </a:lnTo>
                  <a:lnTo>
                    <a:pt x="0" y="53707"/>
                  </a:lnTo>
                </a:path>
              </a:pathLst>
            </a:custGeom>
            <a:noFill/>
            <a:ln w="123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494162" y="2610997"/>
            <a:ext cx="107414" cy="483365"/>
            <a:chOff x="1036962" y="1834308"/>
            <a:chExt cx="107414" cy="483365"/>
          </a:xfrm>
        </p:grpSpPr>
        <p:sp>
          <p:nvSpPr>
            <p:cNvPr id="27" name="Rounded Rectangle 26"/>
            <p:cNvSpPr/>
            <p:nvPr/>
          </p:nvSpPr>
          <p:spPr>
            <a:xfrm>
              <a:off x="1090669" y="1834308"/>
              <a:ext cx="8262" cy="479233"/>
            </a:xfrm>
            <a:custGeom>
              <a:avLst/>
              <a:gdLst/>
              <a:ahLst/>
              <a:cxnLst/>
              <a:rect l="0" t="0" r="0" b="0"/>
              <a:pathLst>
                <a:path w="8262" h="479233">
                  <a:moveTo>
                    <a:pt x="0" y="0"/>
                  </a:moveTo>
                  <a:lnTo>
                    <a:pt x="0" y="479233"/>
                  </a:lnTo>
                </a:path>
              </a:pathLst>
            </a:custGeom>
            <a:noFill/>
            <a:ln w="123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036962" y="2263966"/>
              <a:ext cx="107414" cy="53707"/>
            </a:xfrm>
            <a:custGeom>
              <a:avLst/>
              <a:gdLst/>
              <a:ahLst/>
              <a:cxnLst/>
              <a:rect l="0" t="0" r="0" b="0"/>
              <a:pathLst>
                <a:path w="107414" h="53707">
                  <a:moveTo>
                    <a:pt x="0" y="0"/>
                  </a:moveTo>
                  <a:lnTo>
                    <a:pt x="53707" y="53707"/>
                  </a:lnTo>
                  <a:lnTo>
                    <a:pt x="107414" y="0"/>
                  </a:lnTo>
                </a:path>
              </a:pathLst>
            </a:custGeom>
            <a:noFill/>
            <a:ln w="123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542422" y="4102405"/>
            <a:ext cx="107414" cy="483365"/>
            <a:chOff x="7085222" y="3325716"/>
            <a:chExt cx="107414" cy="483365"/>
          </a:xfrm>
        </p:grpSpPr>
        <p:sp>
          <p:nvSpPr>
            <p:cNvPr id="30" name="Rounded Rectangle 29"/>
            <p:cNvSpPr/>
            <p:nvPr/>
          </p:nvSpPr>
          <p:spPr>
            <a:xfrm>
              <a:off x="7138930" y="3329848"/>
              <a:ext cx="8262" cy="479233"/>
            </a:xfrm>
            <a:custGeom>
              <a:avLst/>
              <a:gdLst/>
              <a:ahLst/>
              <a:cxnLst/>
              <a:rect l="0" t="0" r="0" b="0"/>
              <a:pathLst>
                <a:path w="8262" h="479233">
                  <a:moveTo>
                    <a:pt x="0" y="479233"/>
                  </a:moveTo>
                  <a:lnTo>
                    <a:pt x="0" y="0"/>
                  </a:lnTo>
                </a:path>
              </a:pathLst>
            </a:custGeom>
            <a:noFill/>
            <a:ln w="123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7085222" y="3325716"/>
              <a:ext cx="107414" cy="53707"/>
            </a:xfrm>
            <a:custGeom>
              <a:avLst/>
              <a:gdLst/>
              <a:ahLst/>
              <a:cxnLst/>
              <a:rect l="0" t="0" r="0" b="0"/>
              <a:pathLst>
                <a:path w="107414" h="53707">
                  <a:moveTo>
                    <a:pt x="107414" y="53707"/>
                  </a:moveTo>
                  <a:lnTo>
                    <a:pt x="53707" y="0"/>
                  </a:lnTo>
                  <a:lnTo>
                    <a:pt x="0" y="53707"/>
                  </a:lnTo>
                </a:path>
              </a:pathLst>
            </a:custGeom>
            <a:noFill/>
            <a:ln w="123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5748601" y="2024349"/>
            <a:ext cx="1315438" cy="297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Separate error handling
paths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3458" y="2024349"/>
            <a:ext cx="807285" cy="297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Subgraphs for
modularity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8" y="2173076"/>
            <a:ext cx="1277868" cy="14872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Simple, linear data 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76728" y="3524020"/>
            <a:ext cx="142274" cy="297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6549" y="3524020"/>
            <a:ext cx="142274" cy="297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5947" y="3524020"/>
            <a:ext cx="142274" cy="297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5769" y="3524020"/>
            <a:ext cx="142274" cy="297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5167" y="3524020"/>
            <a:ext cx="142274" cy="297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4988" y="3524020"/>
            <a:ext cx="142274" cy="297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954" y="1879752"/>
            <a:ext cx="1149863" cy="1983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0CB15"/>
                </a:solidFill>
                <a:latin typeface="Roboto"/>
              </a:rPr>
              <a:t>Basic Workflow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23641" y="5395510"/>
            <a:ext cx="1086472" cy="297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Runtime parameter
resolution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9551" y="1731025"/>
            <a:ext cx="1355140" cy="1983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55753"/>
                </a:solidFill>
                <a:latin typeface="Roboto"/>
              </a:rPr>
              <a:t>Nested Workflows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17083" y="4903882"/>
            <a:ext cx="1241273" cy="1983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E8431"/>
                </a:solidFill>
                <a:latin typeface="Roboto"/>
              </a:rPr>
              <a:t>Node Categories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0079" y="4903882"/>
            <a:ext cx="1013728" cy="39660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E58A9"/>
                </a:solidFill>
                <a:latin typeface="Roboto"/>
              </a:rPr>
              <a:t>Dynamic
Configuration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7901" y="4903882"/>
            <a:ext cx="1076532" cy="1983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7F64EA"/>
                </a:solidFill>
                <a:latin typeface="Roboto"/>
              </a:rPr>
              <a:t>Partial Restart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7581" y="5197207"/>
            <a:ext cx="1260186" cy="297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Diverse node types for
flexibility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797" y="5197207"/>
            <a:ext cx="1110748" cy="29745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84848"/>
                </a:solidFill>
                <a:latin typeface="Roboto"/>
              </a:rPr>
              <a:t>Resume from failed
nodes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13937" y="1731025"/>
            <a:ext cx="984808" cy="19830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A5DE5"/>
                </a:solidFill>
                <a:latin typeface="Roboto"/>
              </a:rPr>
              <a:t>Error Routing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