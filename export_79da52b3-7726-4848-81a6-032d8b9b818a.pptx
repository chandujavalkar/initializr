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6481" y="2656332"/>
            <a:ext cx="2840711" cy="1920212"/>
          </a:xfrm>
          <a:custGeom>
            <a:avLst/>
            <a:gdLst/>
            <a:ahLst/>
            <a:cxnLst/>
            <a:rect l="0" t="0" r="0" b="0"/>
            <a:pathLst>
              <a:path w="2840711" h="1920212">
                <a:moveTo>
                  <a:pt x="525816" y="384048"/>
                </a:moveTo>
                <a:cubicBezTo>
                  <a:pt x="483479" y="480928"/>
                  <a:pt x="386809" y="548640"/>
                  <a:pt x="274320" y="548640"/>
                </a:cubicBezTo>
                <a:cubicBezTo>
                  <a:pt x="122813" y="548640"/>
                  <a:pt x="0" y="425826"/>
                  <a:pt x="0" y="274320"/>
                </a:cubicBezTo>
                <a:cubicBezTo>
                  <a:pt x="0" y="122813"/>
                  <a:pt x="122813" y="0"/>
                  <a:pt x="274320" y="0"/>
                </a:cubicBezTo>
                <a:cubicBezTo>
                  <a:pt x="386809" y="0"/>
                  <a:pt x="483479" y="67711"/>
                  <a:pt x="525816" y="164592"/>
                </a:cubicBezTo>
                <a:lnTo>
                  <a:pt x="2334755" y="164592"/>
                </a:lnTo>
                <a:lnTo>
                  <a:pt x="2587742" y="603504"/>
                </a:lnTo>
                <a:lnTo>
                  <a:pt x="2339336" y="603504"/>
                </a:lnTo>
                <a:lnTo>
                  <a:pt x="2212848" y="384048"/>
                </a:lnTo>
                <a:lnTo>
                  <a:pt x="1453896" y="384048"/>
                </a:lnTo>
                <a:lnTo>
                  <a:pt x="1074420" y="1042416"/>
                </a:lnTo>
                <a:lnTo>
                  <a:pt x="816888" y="1042416"/>
                </a:lnTo>
                <a:lnTo>
                  <a:pt x="1196346" y="384048"/>
                </a:lnTo>
                <a:lnTo>
                  <a:pt x="525816" y="384048"/>
                </a:lnTo>
                <a:moveTo>
                  <a:pt x="2714231" y="822960"/>
                </a:moveTo>
                <a:lnTo>
                  <a:pt x="2465825" y="822960"/>
                </a:lnTo>
                <a:lnTo>
                  <a:pt x="2592324" y="1042416"/>
                </a:lnTo>
                <a:lnTo>
                  <a:pt x="2339336" y="1481328"/>
                </a:lnTo>
                <a:lnTo>
                  <a:pt x="2587724" y="1481328"/>
                </a:lnTo>
                <a:lnTo>
                  <a:pt x="2840711" y="1042397"/>
                </a:lnTo>
                <a:lnTo>
                  <a:pt x="2714231" y="822960"/>
                </a:lnTo>
                <a:moveTo>
                  <a:pt x="2461226" y="1700784"/>
                </a:moveTo>
                <a:lnTo>
                  <a:pt x="1453896" y="1700784"/>
                </a:lnTo>
                <a:lnTo>
                  <a:pt x="1200908" y="1261872"/>
                </a:lnTo>
                <a:lnTo>
                  <a:pt x="943377" y="1261872"/>
                </a:lnTo>
                <a:lnTo>
                  <a:pt x="1322835" y="1920212"/>
                </a:lnTo>
                <a:lnTo>
                  <a:pt x="2334755" y="1920212"/>
                </a:lnTo>
                <a:lnTo>
                  <a:pt x="2461226" y="1700784"/>
                </a:lnTo>
              </a:path>
            </a:pathLst>
          </a:custGeom>
          <a:gradFill rotWithShape="1">
            <a:gsLst>
              <a:gs pos="0">
                <a:srgbClr val="9CC2FF"/>
              </a:gs>
              <a:gs pos="100000">
                <a:srgbClr val="4F92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66481" y="2656332"/>
            <a:ext cx="2840713" cy="1920209"/>
          </a:xfrm>
          <a:custGeom>
            <a:avLst/>
            <a:gdLst/>
            <a:ahLst/>
            <a:cxnLst/>
            <a:rect l="0" t="0" r="0" b="0"/>
            <a:pathLst>
              <a:path w="2840713" h="1920209">
                <a:moveTo>
                  <a:pt x="525813" y="384048"/>
                </a:moveTo>
                <a:cubicBezTo>
                  <a:pt x="483483" y="480932"/>
                  <a:pt x="386808" y="548640"/>
                  <a:pt x="274320" y="548640"/>
                </a:cubicBezTo>
                <a:cubicBezTo>
                  <a:pt x="122817" y="548640"/>
                  <a:pt x="0" y="425822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ubicBezTo>
                  <a:pt x="386808" y="0"/>
                  <a:pt x="483483" y="67707"/>
                  <a:pt x="525813" y="164592"/>
                </a:cubicBezTo>
                <a:lnTo>
                  <a:pt x="2334753" y="164592"/>
                </a:lnTo>
                <a:lnTo>
                  <a:pt x="2587738" y="603504"/>
                </a:lnTo>
                <a:lnTo>
                  <a:pt x="2339336" y="603504"/>
                </a:lnTo>
                <a:lnTo>
                  <a:pt x="2212845" y="384048"/>
                </a:lnTo>
                <a:lnTo>
                  <a:pt x="1453893" y="384048"/>
                </a:lnTo>
                <a:lnTo>
                  <a:pt x="1074417" y="1042416"/>
                </a:lnTo>
                <a:lnTo>
                  <a:pt x="816884" y="1042416"/>
                </a:lnTo>
                <a:lnTo>
                  <a:pt x="816876" y="1042400"/>
                </a:lnTo>
                <a:lnTo>
                  <a:pt x="1196343" y="384048"/>
                </a:lnTo>
                <a:lnTo>
                  <a:pt x="525813" y="384048"/>
                </a:lnTo>
                <a:close/>
                <a:moveTo>
                  <a:pt x="2714229" y="822960"/>
                </a:moveTo>
                <a:lnTo>
                  <a:pt x="2465829" y="822960"/>
                </a:lnTo>
                <a:lnTo>
                  <a:pt x="2592321" y="1042416"/>
                </a:lnTo>
                <a:lnTo>
                  <a:pt x="2339336" y="1481328"/>
                </a:lnTo>
                <a:lnTo>
                  <a:pt x="2587720" y="1481328"/>
                </a:lnTo>
                <a:lnTo>
                  <a:pt x="2840713" y="1042401"/>
                </a:lnTo>
                <a:lnTo>
                  <a:pt x="2714229" y="822960"/>
                </a:lnTo>
                <a:close/>
                <a:moveTo>
                  <a:pt x="2461228" y="1700784"/>
                </a:moveTo>
                <a:lnTo>
                  <a:pt x="1453893" y="1700784"/>
                </a:lnTo>
                <a:lnTo>
                  <a:pt x="1200908" y="1261872"/>
                </a:lnTo>
                <a:lnTo>
                  <a:pt x="943377" y="1261872"/>
                </a:lnTo>
                <a:lnTo>
                  <a:pt x="1322835" y="1920209"/>
                </a:lnTo>
                <a:lnTo>
                  <a:pt x="2334753" y="1920209"/>
                </a:lnTo>
                <a:lnTo>
                  <a:pt x="2461228" y="1700784"/>
                </a:lnTo>
                <a:close/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892" y="3040380"/>
            <a:ext cx="2546585" cy="1481328"/>
          </a:xfrm>
          <a:custGeom>
            <a:avLst/>
            <a:gdLst/>
            <a:ahLst/>
            <a:cxnLst/>
            <a:rect l="0" t="0" r="0" b="0"/>
            <a:pathLst>
              <a:path w="2546585" h="1481328">
                <a:moveTo>
                  <a:pt x="2020769" y="1097280"/>
                </a:moveTo>
                <a:lnTo>
                  <a:pt x="1264916" y="1097280"/>
                </a:lnTo>
                <a:lnTo>
                  <a:pt x="1517904" y="658368"/>
                </a:lnTo>
                <a:lnTo>
                  <a:pt x="1391415" y="438912"/>
                </a:lnTo>
                <a:lnTo>
                  <a:pt x="1133856" y="438912"/>
                </a:lnTo>
                <a:lnTo>
                  <a:pt x="1260354" y="658368"/>
                </a:lnTo>
                <a:lnTo>
                  <a:pt x="1007367" y="1097280"/>
                </a:lnTo>
                <a:lnTo>
                  <a:pt x="501402" y="1097280"/>
                </a:lnTo>
                <a:lnTo>
                  <a:pt x="374904" y="877824"/>
                </a:lnTo>
                <a:lnTo>
                  <a:pt x="126488" y="877824"/>
                </a:lnTo>
                <a:lnTo>
                  <a:pt x="379476" y="1316736"/>
                </a:lnTo>
                <a:lnTo>
                  <a:pt x="2020769" y="1316736"/>
                </a:lnTo>
                <a:cubicBezTo>
                  <a:pt x="2063105" y="1413616"/>
                  <a:pt x="2159776" y="1481328"/>
                  <a:pt x="2272265" y="1481328"/>
                </a:cubicBezTo>
                <a:cubicBezTo>
                  <a:pt x="2423772" y="1481328"/>
                  <a:pt x="2546585" y="1358505"/>
                  <a:pt x="2546585" y="1207008"/>
                </a:cubicBezTo>
                <a:cubicBezTo>
                  <a:pt x="2546585" y="1055510"/>
                  <a:pt x="2423772" y="932688"/>
                  <a:pt x="2272265" y="932688"/>
                </a:cubicBezTo>
                <a:cubicBezTo>
                  <a:pt x="2159776" y="932688"/>
                  <a:pt x="2063105" y="1000399"/>
                  <a:pt x="2020769" y="1097280"/>
                </a:cubicBezTo>
                <a:moveTo>
                  <a:pt x="0" y="658368"/>
                </a:moveTo>
                <a:lnTo>
                  <a:pt x="248415" y="658368"/>
                </a:lnTo>
                <a:lnTo>
                  <a:pt x="501402" y="219456"/>
                </a:lnTo>
                <a:lnTo>
                  <a:pt x="1264916" y="219456"/>
                </a:lnTo>
                <a:lnTo>
                  <a:pt x="1138428" y="0"/>
                </a:lnTo>
                <a:lnTo>
                  <a:pt x="379476" y="0"/>
                </a:lnTo>
                <a:lnTo>
                  <a:pt x="0" y="658368"/>
                </a:lnTo>
              </a:path>
            </a:pathLst>
          </a:custGeom>
          <a:gradFill rotWithShape="1">
            <a:gsLst>
              <a:gs pos="0">
                <a:srgbClr val="7FDFFF"/>
              </a:gs>
              <a:gs pos="100000">
                <a:srgbClr val="1AC6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892" y="3040380"/>
            <a:ext cx="2546585" cy="1481328"/>
          </a:xfrm>
          <a:custGeom>
            <a:avLst/>
            <a:gdLst/>
            <a:ahLst/>
            <a:cxnLst/>
            <a:rect l="0" t="0" r="0" b="0"/>
            <a:pathLst>
              <a:path w="2546585" h="1481328">
                <a:moveTo>
                  <a:pt x="2020771" y="1097280"/>
                </a:moveTo>
                <a:lnTo>
                  <a:pt x="1264919" y="1097280"/>
                </a:lnTo>
                <a:lnTo>
                  <a:pt x="1517904" y="658368"/>
                </a:lnTo>
                <a:lnTo>
                  <a:pt x="1391412" y="438912"/>
                </a:lnTo>
                <a:lnTo>
                  <a:pt x="1133858" y="438912"/>
                </a:lnTo>
                <a:lnTo>
                  <a:pt x="1260351" y="658368"/>
                </a:lnTo>
                <a:lnTo>
                  <a:pt x="1007367" y="1097280"/>
                </a:lnTo>
                <a:lnTo>
                  <a:pt x="501398" y="1097280"/>
                </a:lnTo>
                <a:lnTo>
                  <a:pt x="374906" y="877824"/>
                </a:lnTo>
                <a:lnTo>
                  <a:pt x="126491" y="877824"/>
                </a:lnTo>
                <a:lnTo>
                  <a:pt x="379476" y="1316736"/>
                </a:lnTo>
                <a:lnTo>
                  <a:pt x="2020771" y="1316736"/>
                </a:lnTo>
                <a:cubicBezTo>
                  <a:pt x="2063103" y="1413620"/>
                  <a:pt x="2159777" y="1481328"/>
                  <a:pt x="2272265" y="1481328"/>
                </a:cubicBezTo>
                <a:cubicBezTo>
                  <a:pt x="2423768" y="1481328"/>
                  <a:pt x="2546585" y="1358510"/>
                  <a:pt x="2546585" y="1207008"/>
                </a:cubicBezTo>
                <a:cubicBezTo>
                  <a:pt x="2546585" y="1055505"/>
                  <a:pt x="2423768" y="932688"/>
                  <a:pt x="2272265" y="932688"/>
                </a:cubicBezTo>
                <a:cubicBezTo>
                  <a:pt x="2159777" y="932688"/>
                  <a:pt x="2063103" y="1000395"/>
                  <a:pt x="2020771" y="1097280"/>
                </a:cubicBezTo>
                <a:close/>
                <a:moveTo>
                  <a:pt x="0" y="658368"/>
                </a:moveTo>
                <a:lnTo>
                  <a:pt x="248415" y="658368"/>
                </a:lnTo>
                <a:lnTo>
                  <a:pt x="501399" y="219456"/>
                </a:lnTo>
                <a:lnTo>
                  <a:pt x="1264919" y="219456"/>
                </a:lnTo>
                <a:lnTo>
                  <a:pt x="1138428" y="0"/>
                </a:lnTo>
                <a:lnTo>
                  <a:pt x="379476" y="0"/>
                </a:lnTo>
                <a:lnTo>
                  <a:pt x="0" y="658368"/>
                </a:lnTo>
                <a:close/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89306" y="3095244"/>
            <a:ext cx="2298170" cy="1042416"/>
          </a:xfrm>
          <a:custGeom>
            <a:avLst/>
            <a:gdLst/>
            <a:ahLst/>
            <a:cxnLst/>
            <a:rect l="0" t="0" r="0" b="0"/>
            <a:pathLst>
              <a:path w="2298170" h="1042416">
                <a:moveTo>
                  <a:pt x="252987" y="164592"/>
                </a:moveTo>
                <a:lnTo>
                  <a:pt x="1772372" y="164592"/>
                </a:lnTo>
                <a:cubicBezTo>
                  <a:pt x="1814699" y="67711"/>
                  <a:pt x="1911370" y="0"/>
                  <a:pt x="2023859" y="0"/>
                </a:cubicBezTo>
                <a:cubicBezTo>
                  <a:pt x="2175357" y="0"/>
                  <a:pt x="2298170" y="122813"/>
                  <a:pt x="2298170" y="274310"/>
                </a:cubicBezTo>
                <a:cubicBezTo>
                  <a:pt x="2298170" y="425808"/>
                  <a:pt x="2175357" y="548621"/>
                  <a:pt x="2023859" y="548621"/>
                </a:cubicBezTo>
                <a:cubicBezTo>
                  <a:pt x="1911379" y="548621"/>
                  <a:pt x="1814709" y="480919"/>
                  <a:pt x="1772381" y="384048"/>
                </a:cubicBezTo>
                <a:lnTo>
                  <a:pt x="885440" y="384048"/>
                </a:lnTo>
                <a:lnTo>
                  <a:pt x="1011939" y="603504"/>
                </a:lnTo>
                <a:lnTo>
                  <a:pt x="758952" y="1042416"/>
                </a:lnTo>
                <a:lnTo>
                  <a:pt x="252987" y="1042416"/>
                </a:lnTo>
                <a:lnTo>
                  <a:pt x="126488" y="822960"/>
                </a:lnTo>
                <a:lnTo>
                  <a:pt x="627881" y="822960"/>
                </a:lnTo>
                <a:lnTo>
                  <a:pt x="754370" y="603504"/>
                </a:lnTo>
                <a:lnTo>
                  <a:pt x="627881" y="384048"/>
                </a:lnTo>
                <a:lnTo>
                  <a:pt x="374894" y="384048"/>
                </a:lnTo>
                <a:lnTo>
                  <a:pt x="248405" y="603504"/>
                </a:lnTo>
                <a:lnTo>
                  <a:pt x="0" y="603504"/>
                </a:lnTo>
                <a:lnTo>
                  <a:pt x="252987" y="164592"/>
                </a:ln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89306" y="3095244"/>
            <a:ext cx="2298171" cy="1042416"/>
          </a:xfrm>
          <a:custGeom>
            <a:avLst/>
            <a:gdLst/>
            <a:ahLst/>
            <a:cxnLst/>
            <a:rect l="0" t="0" r="0" b="0"/>
            <a:pathLst>
              <a:path w="2298171" h="1042416">
                <a:moveTo>
                  <a:pt x="252984" y="164592"/>
                </a:moveTo>
                <a:lnTo>
                  <a:pt x="1772371" y="164592"/>
                </a:lnTo>
                <a:cubicBezTo>
                  <a:pt x="1814699" y="67707"/>
                  <a:pt x="1911373" y="0"/>
                  <a:pt x="2023859" y="0"/>
                </a:cubicBezTo>
                <a:cubicBezTo>
                  <a:pt x="2175357" y="0"/>
                  <a:pt x="2298171" y="122813"/>
                  <a:pt x="2298171" y="274310"/>
                </a:cubicBezTo>
                <a:cubicBezTo>
                  <a:pt x="2298171" y="425808"/>
                  <a:pt x="2175357" y="548621"/>
                  <a:pt x="2023859" y="548621"/>
                </a:cubicBezTo>
                <a:cubicBezTo>
                  <a:pt x="1911379" y="548621"/>
                  <a:pt x="1814711" y="480923"/>
                  <a:pt x="1772379" y="384048"/>
                </a:cubicBezTo>
                <a:lnTo>
                  <a:pt x="885443" y="384048"/>
                </a:lnTo>
                <a:lnTo>
                  <a:pt x="1011936" y="603504"/>
                </a:lnTo>
                <a:lnTo>
                  <a:pt x="758952" y="1042416"/>
                </a:lnTo>
                <a:lnTo>
                  <a:pt x="252984" y="1042416"/>
                </a:lnTo>
                <a:lnTo>
                  <a:pt x="126491" y="822960"/>
                </a:lnTo>
                <a:lnTo>
                  <a:pt x="627881" y="822960"/>
                </a:lnTo>
                <a:lnTo>
                  <a:pt x="754374" y="603504"/>
                </a:lnTo>
                <a:lnTo>
                  <a:pt x="627881" y="384048"/>
                </a:lnTo>
                <a:lnTo>
                  <a:pt x="374897" y="384048"/>
                </a:lnTo>
                <a:lnTo>
                  <a:pt x="248405" y="603504"/>
                </a:lnTo>
                <a:lnTo>
                  <a:pt x="0" y="603504"/>
                </a:lnTo>
                <a:lnTo>
                  <a:pt x="252984" y="164592"/>
                </a:lnTo>
                <a:close/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6472" y="3479292"/>
            <a:ext cx="2077205" cy="612648"/>
          </a:xfrm>
          <a:custGeom>
            <a:avLst/>
            <a:gdLst/>
            <a:ahLst/>
            <a:cxnLst/>
            <a:rect l="0" t="0" r="0" b="0"/>
            <a:pathLst>
              <a:path w="2077205" h="612648">
                <a:moveTo>
                  <a:pt x="2077205" y="219456"/>
                </a:moveTo>
                <a:lnTo>
                  <a:pt x="1950716" y="438912"/>
                </a:lnTo>
                <a:lnTo>
                  <a:pt x="529611" y="438912"/>
                </a:lnTo>
                <a:cubicBezTo>
                  <a:pt x="489496" y="540657"/>
                  <a:pt x="390311" y="612648"/>
                  <a:pt x="274320" y="612648"/>
                </a:cubicBezTo>
                <a:cubicBezTo>
                  <a:pt x="122813" y="612648"/>
                  <a:pt x="0" y="489834"/>
                  <a:pt x="0" y="338328"/>
                </a:cubicBezTo>
                <a:cubicBezTo>
                  <a:pt x="0" y="186821"/>
                  <a:pt x="122813" y="64008"/>
                  <a:pt x="274320" y="64008"/>
                </a:cubicBezTo>
                <a:cubicBezTo>
                  <a:pt x="383234" y="64008"/>
                  <a:pt x="477325" y="127485"/>
                  <a:pt x="521619" y="219456"/>
                </a:cubicBezTo>
                <a:lnTo>
                  <a:pt x="1571240" y="219456"/>
                </a:lnTo>
                <a:lnTo>
                  <a:pt x="1697729" y="0"/>
                </a:lnTo>
                <a:lnTo>
                  <a:pt x="1950716" y="0"/>
                </a:lnTo>
                <a:lnTo>
                  <a:pt x="2077205" y="219456"/>
                </a:lnTo>
              </a:path>
            </a:pathLst>
          </a:custGeom>
          <a:gradFill rotWithShape="1">
            <a:gsLst>
              <a:gs pos="0">
                <a:srgbClr val="CFF976"/>
              </a:gs>
              <a:gs pos="100000">
                <a:srgbClr val="A8DD38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6472" y="3479292"/>
            <a:ext cx="2077209" cy="612648"/>
          </a:xfrm>
          <a:custGeom>
            <a:avLst/>
            <a:gdLst/>
            <a:ahLst/>
            <a:cxnLst/>
            <a:rect l="0" t="0" r="0" b="0"/>
            <a:pathLst>
              <a:path w="2077209" h="612648">
                <a:moveTo>
                  <a:pt x="2077209" y="219456"/>
                </a:moveTo>
                <a:lnTo>
                  <a:pt x="1950717" y="438912"/>
                </a:lnTo>
                <a:lnTo>
                  <a:pt x="529613" y="438912"/>
                </a:lnTo>
                <a:cubicBezTo>
                  <a:pt x="489494" y="540653"/>
                  <a:pt x="390315" y="612648"/>
                  <a:pt x="274320" y="612648"/>
                </a:cubicBezTo>
                <a:cubicBezTo>
                  <a:pt x="122817" y="612648"/>
                  <a:pt x="0" y="489830"/>
                  <a:pt x="0" y="338328"/>
                </a:cubicBezTo>
                <a:cubicBezTo>
                  <a:pt x="0" y="186825"/>
                  <a:pt x="122817" y="64008"/>
                  <a:pt x="274320" y="64008"/>
                </a:cubicBezTo>
                <a:cubicBezTo>
                  <a:pt x="383235" y="64008"/>
                  <a:pt x="477325" y="127481"/>
                  <a:pt x="521616" y="219456"/>
                </a:cubicBezTo>
                <a:lnTo>
                  <a:pt x="1571241" y="219456"/>
                </a:lnTo>
                <a:lnTo>
                  <a:pt x="1697733" y="0"/>
                </a:lnTo>
                <a:lnTo>
                  <a:pt x="1950717" y="0"/>
                </a:lnTo>
                <a:lnTo>
                  <a:pt x="2077209" y="219456"/>
                </a:lnTo>
                <a:close/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4589" y="1988820"/>
            <a:ext cx="3204761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Workflow Performance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4268" y="2857463"/>
            <a:ext cx="939692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484848"/>
                </a:solidFill>
                <a:latin typeface="Roboto"/>
              </a:rPr>
              <a:t>Execution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281" y="3159215"/>
            <a:ext cx="1657706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Roboto"/>
              </a:rPr>
              <a:t>Tracks detailed activity and
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512" y="3296412"/>
            <a:ext cx="949906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84848"/>
                </a:solidFill>
                <a:latin typeface="Roboto"/>
              </a:rPr>
              <a:t>Execution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8784" y="3735324"/>
            <a:ext cx="835249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484848"/>
                </a:solidFill>
                <a:latin typeface="Roboto"/>
              </a:rPr>
              <a:t>Success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512" y="3634740"/>
            <a:ext cx="1604205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Monitors process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256" y="4046220"/>
            <a:ext cx="1583768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Roboto"/>
              </a:rPr>
              <a:t>Indicates overall workflow
effectiveness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512" y="4174236"/>
            <a:ext cx="1363169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84848"/>
                </a:solidFill>
                <a:latin typeface="Roboto"/>
              </a:rPr>
              <a:t>Workflow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512" y="4485132"/>
            <a:ext cx="1642207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Analyzes efficiency across
workflows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76200" y="2766060"/>
            <a:ext cx="322586" cy="322421"/>
          </a:xfrm>
          <a:custGeom>
            <a:avLst/>
            <a:gdLst/>
            <a:ahLst/>
            <a:cxnLst/>
            <a:rect l="0" t="0" r="0" b="0"/>
            <a:pathLst>
              <a:path w="322586" h="322421">
                <a:moveTo>
                  <a:pt x="0" y="0"/>
                </a:moveTo>
                <a:moveTo>
                  <a:pt x="240894" y="240743"/>
                </a:moveTo>
                <a:lnTo>
                  <a:pt x="322586" y="322421"/>
                </a:lnTo>
                <a:moveTo>
                  <a:pt x="6597" y="143921"/>
                </a:moveTo>
                <a:cubicBezTo>
                  <a:pt x="6597" y="219673"/>
                  <a:pt x="68006" y="281082"/>
                  <a:pt x="143757" y="281082"/>
                </a:cubicBezTo>
                <a:cubicBezTo>
                  <a:pt x="219508" y="281082"/>
                  <a:pt x="280917" y="219673"/>
                  <a:pt x="280917" y="143921"/>
                </a:cubicBezTo>
                <a:cubicBezTo>
                  <a:pt x="280917" y="68170"/>
                  <a:pt x="219508" y="6761"/>
                  <a:pt x="143757" y="6761"/>
                </a:cubicBezTo>
                <a:cubicBezTo>
                  <a:pt x="68006" y="6761"/>
                  <a:pt x="6597" y="68170"/>
                  <a:pt x="6597" y="143921"/>
                </a:cubicBezTo>
                <a:close/>
                <a:moveTo>
                  <a:pt x="143757" y="212502"/>
                </a:moveTo>
                <a:lnTo>
                  <a:pt x="82035" y="212502"/>
                </a:lnTo>
                <a:cubicBezTo>
                  <a:pt x="78247" y="212502"/>
                  <a:pt x="75177" y="209431"/>
                  <a:pt x="75177" y="205644"/>
                </a:cubicBezTo>
                <a:lnTo>
                  <a:pt x="75177" y="86410"/>
                </a:lnTo>
                <a:cubicBezTo>
                  <a:pt x="75193" y="84055"/>
                  <a:pt x="76418" y="81872"/>
                  <a:pt x="78420" y="80630"/>
                </a:cubicBezTo>
                <a:cubicBezTo>
                  <a:pt x="80422" y="79388"/>
                  <a:pt x="82921" y="79261"/>
                  <a:pt x="85039" y="80293"/>
                </a:cubicBezTo>
                <a:lnTo>
                  <a:pt x="143702" y="109631"/>
                </a:lnTo>
                <a:close/>
                <a:moveTo>
                  <a:pt x="143757" y="130205"/>
                </a:moveTo>
                <a:lnTo>
                  <a:pt x="205479" y="130205"/>
                </a:lnTo>
                <a:cubicBezTo>
                  <a:pt x="209266" y="130205"/>
                  <a:pt x="212337" y="133276"/>
                  <a:pt x="212337" y="137063"/>
                </a:cubicBezTo>
                <a:lnTo>
                  <a:pt x="212337" y="205644"/>
                </a:lnTo>
                <a:cubicBezTo>
                  <a:pt x="212337" y="209431"/>
                  <a:pt x="209266" y="212502"/>
                  <a:pt x="205479" y="212502"/>
                </a:cubicBezTo>
                <a:lnTo>
                  <a:pt x="143757" y="212502"/>
                </a:lnTo>
                <a:moveTo>
                  <a:pt x="75177" y="130205"/>
                </a:moveTo>
                <a:lnTo>
                  <a:pt x="109467" y="130205"/>
                </a:lnTo>
                <a:moveTo>
                  <a:pt x="75177" y="157637"/>
                </a:moveTo>
                <a:lnTo>
                  <a:pt x="109467" y="157637"/>
                </a:lnTo>
                <a:moveTo>
                  <a:pt x="143757" y="75341"/>
                </a:moveTo>
                <a:lnTo>
                  <a:pt x="143757" y="109631"/>
                </a:lnTo>
                <a:moveTo>
                  <a:pt x="198621" y="95915"/>
                </a:moveTo>
                <a:lnTo>
                  <a:pt x="198621" y="130205"/>
                </a:lnTo>
                <a:moveTo>
                  <a:pt x="143757" y="157637"/>
                </a:moveTo>
                <a:lnTo>
                  <a:pt x="178047" y="157637"/>
                </a:lnTo>
                <a:moveTo>
                  <a:pt x="143757" y="185069"/>
                </a:moveTo>
                <a:lnTo>
                  <a:pt x="178047" y="185069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58861" y="3215259"/>
            <a:ext cx="308610" cy="308610"/>
          </a:xfrm>
          <a:custGeom>
            <a:avLst/>
            <a:gdLst/>
            <a:ahLst/>
            <a:cxnLst/>
            <a:rect l="0" t="0" r="0" b="0"/>
            <a:pathLst>
              <a:path w="308610" h="308610">
                <a:moveTo>
                  <a:pt x="96012" y="307238"/>
                </a:moveTo>
                <a:lnTo>
                  <a:pt x="0" y="307238"/>
                </a:lnTo>
                <a:lnTo>
                  <a:pt x="0" y="0"/>
                </a:lnTo>
                <a:lnTo>
                  <a:pt x="96012" y="0"/>
                </a:lnTo>
                <a:lnTo>
                  <a:pt x="96012" y="100126"/>
                </a:lnTo>
                <a:moveTo>
                  <a:pt x="0" y="101497"/>
                </a:moveTo>
                <a:lnTo>
                  <a:pt x="96012" y="101497"/>
                </a:lnTo>
                <a:moveTo>
                  <a:pt x="0" y="205740"/>
                </a:moveTo>
                <a:lnTo>
                  <a:pt x="61722" y="205740"/>
                </a:lnTo>
                <a:moveTo>
                  <a:pt x="205740" y="308610"/>
                </a:moveTo>
                <a:cubicBezTo>
                  <a:pt x="262553" y="308610"/>
                  <a:pt x="308610" y="262553"/>
                  <a:pt x="308610" y="205740"/>
                </a:cubicBezTo>
                <a:cubicBezTo>
                  <a:pt x="308610" y="148926"/>
                  <a:pt x="262553" y="102870"/>
                  <a:pt x="205740" y="102870"/>
                </a:cubicBezTo>
                <a:cubicBezTo>
                  <a:pt x="148927" y="102870"/>
                  <a:pt x="102870" y="148926"/>
                  <a:pt x="102870" y="205740"/>
                </a:cubicBezTo>
                <a:cubicBezTo>
                  <a:pt x="102870" y="262553"/>
                  <a:pt x="148927" y="308610"/>
                  <a:pt x="205740" y="308610"/>
                </a:cubicBezTo>
                <a:close/>
                <a:moveTo>
                  <a:pt x="240030" y="205738"/>
                </a:moveTo>
                <a:lnTo>
                  <a:pt x="205740" y="205738"/>
                </a:lnTo>
                <a:lnTo>
                  <a:pt x="205740" y="153619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73823" y="3650742"/>
            <a:ext cx="324702" cy="315468"/>
          </a:xfrm>
          <a:custGeom>
            <a:avLst/>
            <a:gdLst/>
            <a:ahLst/>
            <a:cxnLst/>
            <a:rect l="0" t="0" r="0" b="0"/>
            <a:pathLst>
              <a:path w="324702" h="315468">
                <a:moveTo>
                  <a:pt x="132678" y="150876"/>
                </a:moveTo>
                <a:lnTo>
                  <a:pt x="201258" y="82296"/>
                </a:lnTo>
                <a:moveTo>
                  <a:pt x="205276" y="37129"/>
                </a:moveTo>
                <a:cubicBezTo>
                  <a:pt x="202704" y="39700"/>
                  <a:pt x="201258" y="43189"/>
                  <a:pt x="201258" y="46826"/>
                </a:cubicBezTo>
                <a:lnTo>
                  <a:pt x="201258" y="82296"/>
                </a:lnTo>
                <a:lnTo>
                  <a:pt x="236727" y="82296"/>
                </a:lnTo>
                <a:cubicBezTo>
                  <a:pt x="240365" y="82295"/>
                  <a:pt x="243853" y="80849"/>
                  <a:pt x="246424" y="78277"/>
                </a:cubicBezTo>
                <a:lnTo>
                  <a:pt x="283554" y="41148"/>
                </a:lnTo>
                <a:lnTo>
                  <a:pt x="242406" y="41148"/>
                </a:lnTo>
                <a:lnTo>
                  <a:pt x="242406" y="0"/>
                </a:lnTo>
                <a:close/>
                <a:moveTo>
                  <a:pt x="132678" y="219456"/>
                </a:moveTo>
                <a:cubicBezTo>
                  <a:pt x="97496" y="219446"/>
                  <a:pt x="68029" y="192817"/>
                  <a:pt x="64468" y="157817"/>
                </a:cubicBezTo>
                <a:cubicBezTo>
                  <a:pt x="60907" y="122817"/>
                  <a:pt x="84408" y="90799"/>
                  <a:pt x="118866" y="83704"/>
                </a:cubicBezTo>
                <a:cubicBezTo>
                  <a:pt x="153325" y="76610"/>
                  <a:pt x="187562" y="96741"/>
                  <a:pt x="198117" y="130302"/>
                </a:cubicBezTo>
                <a:moveTo>
                  <a:pt x="132678" y="274320"/>
                </a:moveTo>
                <a:cubicBezTo>
                  <a:pt x="83624" y="274287"/>
                  <a:pt x="39243" y="245213"/>
                  <a:pt x="19621" y="200254"/>
                </a:cubicBezTo>
                <a:cubicBezTo>
                  <a:pt x="0" y="155295"/>
                  <a:pt x="8859" y="102985"/>
                  <a:pt x="42192" y="66995"/>
                </a:cubicBezTo>
                <a:cubicBezTo>
                  <a:pt x="75524" y="31005"/>
                  <a:pt x="127003" y="18167"/>
                  <a:pt x="173332" y="34290"/>
                </a:cubicBezTo>
                <a:moveTo>
                  <a:pt x="160110" y="233172"/>
                </a:moveTo>
                <a:cubicBezTo>
                  <a:pt x="160110" y="278622"/>
                  <a:pt x="196955" y="315468"/>
                  <a:pt x="242406" y="315468"/>
                </a:cubicBezTo>
                <a:cubicBezTo>
                  <a:pt x="287856" y="315468"/>
                  <a:pt x="324702" y="278622"/>
                  <a:pt x="324702" y="233172"/>
                </a:cubicBezTo>
                <a:cubicBezTo>
                  <a:pt x="324702" y="187721"/>
                  <a:pt x="287856" y="150876"/>
                  <a:pt x="242406" y="150876"/>
                </a:cubicBezTo>
                <a:cubicBezTo>
                  <a:pt x="196955" y="150876"/>
                  <a:pt x="160110" y="187721"/>
                  <a:pt x="160110" y="233172"/>
                </a:cubicBezTo>
                <a:close/>
                <a:moveTo>
                  <a:pt x="279082" y="209251"/>
                </a:moveTo>
                <a:lnTo>
                  <a:pt x="239237" y="262373"/>
                </a:lnTo>
                <a:cubicBezTo>
                  <a:pt x="237444" y="264755"/>
                  <a:pt x="234708" y="266245"/>
                  <a:pt x="231734" y="266458"/>
                </a:cubicBezTo>
                <a:cubicBezTo>
                  <a:pt x="228759" y="266671"/>
                  <a:pt x="225839" y="265586"/>
                  <a:pt x="223724" y="263484"/>
                </a:cubicBezTo>
                <a:lnTo>
                  <a:pt x="203150" y="242910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8584" y="4082796"/>
            <a:ext cx="318897" cy="318897"/>
          </a:xfrm>
          <a:custGeom>
            <a:avLst/>
            <a:gdLst/>
            <a:ahLst/>
            <a:cxnLst/>
            <a:rect l="0" t="0" r="0" b="0"/>
            <a:pathLst>
              <a:path w="318897" h="318897">
                <a:moveTo>
                  <a:pt x="106299" y="199567"/>
                </a:moveTo>
                <a:cubicBezTo>
                  <a:pt x="106299" y="207797"/>
                  <a:pt x="100812" y="213283"/>
                  <a:pt x="92583" y="213283"/>
                </a:cubicBezTo>
                <a:lnTo>
                  <a:pt x="24003" y="213283"/>
                </a:lnTo>
                <a:cubicBezTo>
                  <a:pt x="15773" y="213283"/>
                  <a:pt x="10287" y="207797"/>
                  <a:pt x="10287" y="199567"/>
                </a:cubicBezTo>
                <a:lnTo>
                  <a:pt x="10287" y="130988"/>
                </a:lnTo>
                <a:cubicBezTo>
                  <a:pt x="10287" y="122758"/>
                  <a:pt x="15773" y="117272"/>
                  <a:pt x="24003" y="117272"/>
                </a:cubicBezTo>
                <a:lnTo>
                  <a:pt x="92583" y="117272"/>
                </a:lnTo>
                <a:cubicBezTo>
                  <a:pt x="100812" y="117272"/>
                  <a:pt x="106299" y="122758"/>
                  <a:pt x="106299" y="130988"/>
                </a:cubicBezTo>
                <a:close/>
                <a:moveTo>
                  <a:pt x="318897" y="188595"/>
                </a:moveTo>
                <a:cubicBezTo>
                  <a:pt x="318897" y="196824"/>
                  <a:pt x="313410" y="202311"/>
                  <a:pt x="305181" y="202311"/>
                </a:cubicBezTo>
                <a:lnTo>
                  <a:pt x="257175" y="202311"/>
                </a:lnTo>
                <a:cubicBezTo>
                  <a:pt x="248945" y="202311"/>
                  <a:pt x="243459" y="196824"/>
                  <a:pt x="243459" y="188595"/>
                </a:cubicBezTo>
                <a:lnTo>
                  <a:pt x="243459" y="140589"/>
                </a:lnTo>
                <a:cubicBezTo>
                  <a:pt x="243459" y="132359"/>
                  <a:pt x="248945" y="126873"/>
                  <a:pt x="257175" y="126873"/>
                </a:cubicBezTo>
                <a:lnTo>
                  <a:pt x="305181" y="126873"/>
                </a:lnTo>
                <a:cubicBezTo>
                  <a:pt x="313410" y="126873"/>
                  <a:pt x="318897" y="132359"/>
                  <a:pt x="318897" y="140589"/>
                </a:cubicBezTo>
                <a:close/>
                <a:moveTo>
                  <a:pt x="318897" y="72009"/>
                </a:moveTo>
                <a:cubicBezTo>
                  <a:pt x="318897" y="80238"/>
                  <a:pt x="313410" y="85725"/>
                  <a:pt x="305181" y="85725"/>
                </a:cubicBezTo>
                <a:lnTo>
                  <a:pt x="257175" y="85725"/>
                </a:lnTo>
                <a:cubicBezTo>
                  <a:pt x="248945" y="85725"/>
                  <a:pt x="243459" y="80238"/>
                  <a:pt x="243459" y="72009"/>
                </a:cubicBezTo>
                <a:lnTo>
                  <a:pt x="243459" y="24003"/>
                </a:lnTo>
                <a:cubicBezTo>
                  <a:pt x="243459" y="15773"/>
                  <a:pt x="248945" y="10287"/>
                  <a:pt x="257175" y="10287"/>
                </a:cubicBezTo>
                <a:lnTo>
                  <a:pt x="305181" y="10287"/>
                </a:lnTo>
                <a:cubicBezTo>
                  <a:pt x="313410" y="10287"/>
                  <a:pt x="318897" y="15773"/>
                  <a:pt x="318897" y="24003"/>
                </a:cubicBezTo>
                <a:close/>
                <a:moveTo>
                  <a:pt x="318897" y="305181"/>
                </a:moveTo>
                <a:cubicBezTo>
                  <a:pt x="318897" y="313410"/>
                  <a:pt x="313410" y="318897"/>
                  <a:pt x="305181" y="318897"/>
                </a:cubicBezTo>
                <a:lnTo>
                  <a:pt x="257175" y="318897"/>
                </a:lnTo>
                <a:cubicBezTo>
                  <a:pt x="248945" y="318897"/>
                  <a:pt x="243459" y="313410"/>
                  <a:pt x="243459" y="305181"/>
                </a:cubicBezTo>
                <a:lnTo>
                  <a:pt x="243459" y="257175"/>
                </a:lnTo>
                <a:cubicBezTo>
                  <a:pt x="243459" y="248945"/>
                  <a:pt x="248945" y="243459"/>
                  <a:pt x="257175" y="243459"/>
                </a:cubicBezTo>
                <a:lnTo>
                  <a:pt x="305181" y="243459"/>
                </a:lnTo>
                <a:cubicBezTo>
                  <a:pt x="313410" y="243459"/>
                  <a:pt x="318897" y="248945"/>
                  <a:pt x="318897" y="257175"/>
                </a:cubicBezTo>
                <a:close/>
                <a:moveTo>
                  <a:pt x="99281" y="118729"/>
                </a:moveTo>
                <a:lnTo>
                  <a:pt x="200939" y="51435"/>
                </a:lnTo>
                <a:moveTo>
                  <a:pt x="0" y="0"/>
                </a:moveTo>
                <a:moveTo>
                  <a:pt x="106299" y="165277"/>
                </a:moveTo>
                <a:lnTo>
                  <a:pt x="202311" y="165277"/>
                </a:lnTo>
                <a:moveTo>
                  <a:pt x="0" y="0"/>
                </a:moveTo>
                <a:moveTo>
                  <a:pt x="172135" y="133731"/>
                </a:moveTo>
                <a:lnTo>
                  <a:pt x="202311" y="165277"/>
                </a:lnTo>
                <a:lnTo>
                  <a:pt x="172135" y="195453"/>
                </a:lnTo>
                <a:moveTo>
                  <a:pt x="0" y="0"/>
                </a:moveTo>
                <a:moveTo>
                  <a:pt x="159791" y="41834"/>
                </a:moveTo>
                <a:lnTo>
                  <a:pt x="202311" y="51435"/>
                </a:lnTo>
                <a:lnTo>
                  <a:pt x="192709" y="93955"/>
                </a:lnTo>
                <a:moveTo>
                  <a:pt x="0" y="0"/>
                </a:moveTo>
                <a:moveTo>
                  <a:pt x="99281" y="211824"/>
                </a:moveTo>
                <a:lnTo>
                  <a:pt x="200939" y="279119"/>
                </a:lnTo>
                <a:moveTo>
                  <a:pt x="0" y="0"/>
                </a:moveTo>
                <a:moveTo>
                  <a:pt x="159791" y="288721"/>
                </a:moveTo>
                <a:lnTo>
                  <a:pt x="202311" y="279120"/>
                </a:lnTo>
                <a:lnTo>
                  <a:pt x="192709" y="236601"/>
                </a:lnTo>
              </a:path>
            </a:pathLst>
          </a:custGeom>
          <a:noFill/>
          <a:ln w="1371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