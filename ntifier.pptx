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86"/>
  </p:normalViewPr>
  <p:slideViewPr>
    <p:cSldViewPr snapToGrid="0" snapToObjects="1">
      <p:cViewPr varScale="1">
        <p:scale>
          <a:sx n="102" d="100"/>
          <a:sy n="102" d="100"/>
        </p:scale>
        <p:origin x="2024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132963" y="2775109"/>
            <a:ext cx="1962150" cy="1714500"/>
            <a:chOff x="2619375" y="1314450"/>
            <a:chExt cx="1962150" cy="1714500"/>
          </a:xfrm>
        </p:grpSpPr>
        <p:sp>
          <p:nvSpPr>
            <p:cNvPr id="2" name="Rounded Rectangle 1"/>
            <p:cNvSpPr/>
            <p:nvPr/>
          </p:nvSpPr>
          <p:spPr>
            <a:xfrm>
              <a:off x="2619375" y="1314450"/>
              <a:ext cx="1962150" cy="1714500"/>
            </a:xfrm>
            <a:custGeom>
              <a:avLst/>
              <a:gdLst/>
              <a:ahLst/>
              <a:cxnLst/>
              <a:rect l="0" t="0" r="0" b="0"/>
              <a:pathLst>
                <a:path w="1962150" h="1714500">
                  <a:moveTo>
                    <a:pt x="228600" y="1714500"/>
                  </a:moveTo>
                  <a:lnTo>
                    <a:pt x="0" y="1485900"/>
                  </a:lnTo>
                  <a:lnTo>
                    <a:pt x="866775" y="0"/>
                  </a:lnTo>
                  <a:lnTo>
                    <a:pt x="1095375" y="228600"/>
                  </a:lnTo>
                  <a:close/>
                  <a:moveTo>
                    <a:pt x="1962150" y="1714500"/>
                  </a:moveTo>
                  <a:lnTo>
                    <a:pt x="228600" y="1714500"/>
                  </a:lnTo>
                  <a:lnTo>
                    <a:pt x="1095375" y="228600"/>
                  </a:ln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2619375" y="1314450"/>
              <a:ext cx="1962150" cy="1714500"/>
            </a:xfrm>
            <a:custGeom>
              <a:avLst/>
              <a:gdLst/>
              <a:ahLst/>
              <a:cxnLst/>
              <a:rect l="0" t="0" r="0" b="0"/>
              <a:pathLst>
                <a:path w="1962150" h="1714500">
                  <a:moveTo>
                    <a:pt x="228600" y="1714500"/>
                  </a:moveTo>
                  <a:lnTo>
                    <a:pt x="0" y="1485900"/>
                  </a:lnTo>
                  <a:lnTo>
                    <a:pt x="866775" y="0"/>
                  </a:lnTo>
                  <a:lnTo>
                    <a:pt x="1095375" y="228600"/>
                  </a:lnTo>
                  <a:close/>
                  <a:moveTo>
                    <a:pt x="1962150" y="1714500"/>
                  </a:moveTo>
                  <a:lnTo>
                    <a:pt x="228600" y="1714500"/>
                  </a:lnTo>
                  <a:lnTo>
                    <a:pt x="1095375" y="22860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2913888" y="3746659"/>
            <a:ext cx="881062" cy="9525"/>
          </a:xfrm>
          <a:custGeom>
            <a:avLst/>
            <a:gdLst/>
            <a:ahLst/>
            <a:cxnLst/>
            <a:rect l="0" t="0" r="0" b="0"/>
            <a:pathLst>
              <a:path w="881062" h="9525">
                <a:moveTo>
                  <a:pt x="0" y="0"/>
                </a:moveTo>
                <a:lnTo>
                  <a:pt x="881062" y="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228088" y="3403759"/>
            <a:ext cx="685800" cy="685800"/>
            <a:chOff x="1714500" y="1943100"/>
            <a:chExt cx="685800" cy="685800"/>
          </a:xfrm>
        </p:grpSpPr>
        <p:sp>
          <p:nvSpPr>
            <p:cNvPr id="6" name="Rounded Rectangle 5"/>
            <p:cNvSpPr/>
            <p:nvPr/>
          </p:nvSpPr>
          <p:spPr>
            <a:xfrm>
              <a:off x="1714500" y="1943100"/>
              <a:ext cx="685800" cy="685800"/>
            </a:xfrm>
            <a:custGeom>
              <a:avLst/>
              <a:gdLst/>
              <a:ahLst/>
              <a:cxnLst/>
              <a:rect l="0" t="0" r="0" b="0"/>
              <a:pathLst>
                <a:path w="685800" h="685800">
                  <a:moveTo>
                    <a:pt x="0" y="342900"/>
                  </a:moveTo>
                  <a:cubicBezTo>
                    <a:pt x="0" y="153521"/>
                    <a:pt x="153521" y="0"/>
                    <a:pt x="342900" y="0"/>
                  </a:cubicBezTo>
                  <a:cubicBezTo>
                    <a:pt x="532278" y="0"/>
                    <a:pt x="685800" y="153521"/>
                    <a:pt x="685800" y="342900"/>
                  </a:cubicBezTo>
                  <a:cubicBezTo>
                    <a:pt x="685800" y="532278"/>
                    <a:pt x="532278" y="685800"/>
                    <a:pt x="342900" y="685800"/>
                  </a:cubicBezTo>
                  <a:cubicBezTo>
                    <a:pt x="153521" y="685800"/>
                    <a:pt x="0" y="532278"/>
                    <a:pt x="0" y="342900"/>
                  </a:cubicBezTo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714500" y="1943100"/>
              <a:ext cx="685800" cy="685800"/>
            </a:xfrm>
            <a:custGeom>
              <a:avLst/>
              <a:gdLst/>
              <a:ahLst/>
              <a:cxnLst/>
              <a:rect l="0" t="0" r="0" b="0"/>
              <a:pathLst>
                <a:path w="685800" h="685800">
                  <a:moveTo>
                    <a:pt x="0" y="342900"/>
                  </a:moveTo>
                  <a:cubicBezTo>
                    <a:pt x="0" y="153521"/>
                    <a:pt x="153521" y="0"/>
                    <a:pt x="342900" y="0"/>
                  </a:cubicBezTo>
                  <a:cubicBezTo>
                    <a:pt x="532278" y="0"/>
                    <a:pt x="685800" y="153521"/>
                    <a:pt x="685800" y="342900"/>
                  </a:cubicBezTo>
                  <a:cubicBezTo>
                    <a:pt x="685800" y="532278"/>
                    <a:pt x="532278" y="685800"/>
                    <a:pt x="342900" y="685800"/>
                  </a:cubicBezTo>
                  <a:cubicBezTo>
                    <a:pt x="153521" y="685800"/>
                    <a:pt x="0" y="532278"/>
                    <a:pt x="0" y="342900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799713" y="3746659"/>
            <a:ext cx="2358390" cy="822959"/>
            <a:chOff x="3286125" y="2286000"/>
            <a:chExt cx="2358390" cy="822959"/>
          </a:xfrm>
        </p:grpSpPr>
        <p:sp>
          <p:nvSpPr>
            <p:cNvPr id="9" name="Rounded Rectangle 8"/>
            <p:cNvSpPr/>
            <p:nvPr/>
          </p:nvSpPr>
          <p:spPr>
            <a:xfrm>
              <a:off x="3286125" y="2286000"/>
              <a:ext cx="2354484" cy="791908"/>
            </a:xfrm>
            <a:custGeom>
              <a:avLst/>
              <a:gdLst/>
              <a:ahLst/>
              <a:cxnLst/>
              <a:rect l="0" t="0" r="0" b="0"/>
              <a:pathLst>
                <a:path w="2354484" h="791908">
                  <a:moveTo>
                    <a:pt x="0" y="0"/>
                  </a:moveTo>
                  <a:lnTo>
                    <a:pt x="928687" y="114300"/>
                  </a:lnTo>
                  <a:lnTo>
                    <a:pt x="2354484" y="791908"/>
                  </a:lnTo>
                </a:path>
              </a:pathLst>
            </a:custGeom>
            <a:noFill/>
            <a:ln w="14287">
              <a:solidFill>
                <a:srgbClr val="92BD39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562600" y="2997517"/>
              <a:ext cx="81915" cy="111442"/>
            </a:xfrm>
            <a:custGeom>
              <a:avLst/>
              <a:gdLst/>
              <a:ahLst/>
              <a:cxnLst/>
              <a:rect l="0" t="0" r="0" b="0"/>
              <a:pathLst>
                <a:path w="81915" h="111442">
                  <a:moveTo>
                    <a:pt x="53340" y="0"/>
                  </a:moveTo>
                  <a:lnTo>
                    <a:pt x="81915" y="82867"/>
                  </a:lnTo>
                  <a:lnTo>
                    <a:pt x="0" y="111442"/>
                  </a:lnTo>
                </a:path>
              </a:pathLst>
            </a:custGeom>
            <a:noFill/>
            <a:ln w="14287">
              <a:solidFill>
                <a:srgbClr val="92BD39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228588" y="4261009"/>
            <a:ext cx="571500" cy="571500"/>
            <a:chOff x="5715000" y="2800350"/>
            <a:chExt cx="571500" cy="571500"/>
          </a:xfrm>
        </p:grpSpPr>
        <p:sp>
          <p:nvSpPr>
            <p:cNvPr id="12" name="Rounded Rectangle 11"/>
            <p:cNvSpPr/>
            <p:nvPr/>
          </p:nvSpPr>
          <p:spPr>
            <a:xfrm>
              <a:off x="5715000" y="2800350"/>
              <a:ext cx="571500" cy="571500"/>
            </a:xfrm>
            <a:custGeom>
              <a:avLst/>
              <a:gdLst/>
              <a:ahLst/>
              <a:cxnLst/>
              <a:rect l="0" t="0" r="0" b="0"/>
              <a:pathLst>
                <a:path w="571500" h="571500">
                  <a:moveTo>
                    <a:pt x="0" y="285750"/>
                  </a:moveTo>
                  <a:cubicBezTo>
                    <a:pt x="0" y="127934"/>
                    <a:pt x="127934" y="0"/>
                    <a:pt x="285750" y="0"/>
                  </a:cubicBezTo>
                  <a:cubicBezTo>
                    <a:pt x="443565" y="0"/>
                    <a:pt x="571500" y="127934"/>
                    <a:pt x="571500" y="285750"/>
                  </a:cubicBezTo>
                  <a:cubicBezTo>
                    <a:pt x="571500" y="443565"/>
                    <a:pt x="443565" y="571500"/>
                    <a:pt x="285750" y="571500"/>
                  </a:cubicBezTo>
                  <a:cubicBezTo>
                    <a:pt x="127934" y="571500"/>
                    <a:pt x="0" y="443565"/>
                    <a:pt x="0" y="285750"/>
                  </a:cubicBezTo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715000" y="2800350"/>
              <a:ext cx="571500" cy="571500"/>
            </a:xfrm>
            <a:custGeom>
              <a:avLst/>
              <a:gdLst/>
              <a:ahLst/>
              <a:cxnLst/>
              <a:rect l="0" t="0" r="0" b="0"/>
              <a:pathLst>
                <a:path w="571500" h="571500">
                  <a:moveTo>
                    <a:pt x="0" y="285750"/>
                  </a:moveTo>
                  <a:cubicBezTo>
                    <a:pt x="0" y="127934"/>
                    <a:pt x="127934" y="0"/>
                    <a:pt x="285750" y="0"/>
                  </a:cubicBezTo>
                  <a:cubicBezTo>
                    <a:pt x="443565" y="0"/>
                    <a:pt x="571500" y="127934"/>
                    <a:pt x="571500" y="285750"/>
                  </a:cubicBezTo>
                  <a:cubicBezTo>
                    <a:pt x="571500" y="443565"/>
                    <a:pt x="443565" y="571500"/>
                    <a:pt x="285750" y="571500"/>
                  </a:cubicBezTo>
                  <a:cubicBezTo>
                    <a:pt x="127934" y="571500"/>
                    <a:pt x="0" y="443565"/>
                    <a:pt x="0" y="285750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794950" y="3689509"/>
            <a:ext cx="2362200" cy="123825"/>
            <a:chOff x="3281362" y="2228850"/>
            <a:chExt cx="2362200" cy="123825"/>
          </a:xfrm>
        </p:grpSpPr>
        <p:sp>
          <p:nvSpPr>
            <p:cNvPr id="15" name="Rounded Rectangle 14"/>
            <p:cNvSpPr/>
            <p:nvPr/>
          </p:nvSpPr>
          <p:spPr>
            <a:xfrm>
              <a:off x="3281362" y="2286000"/>
              <a:ext cx="2357437" cy="9525"/>
            </a:xfrm>
            <a:custGeom>
              <a:avLst/>
              <a:gdLst/>
              <a:ahLst/>
              <a:cxnLst/>
              <a:rect l="0" t="0" r="0" b="0"/>
              <a:pathLst>
                <a:path w="2357437" h="9525">
                  <a:moveTo>
                    <a:pt x="0" y="0"/>
                  </a:moveTo>
                  <a:lnTo>
                    <a:pt x="866775" y="0"/>
                  </a:lnTo>
                  <a:lnTo>
                    <a:pt x="2357437" y="4667"/>
                  </a:lnTo>
                </a:path>
              </a:pathLst>
            </a:custGeom>
            <a:noFill/>
            <a:ln w="14287">
              <a:solidFill>
                <a:srgbClr val="3CC58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581650" y="2228850"/>
              <a:ext cx="61912" cy="123825"/>
            </a:xfrm>
            <a:custGeom>
              <a:avLst/>
              <a:gdLst/>
              <a:ahLst/>
              <a:cxnLst/>
              <a:rect l="0" t="0" r="0" b="0"/>
              <a:pathLst>
                <a:path w="61912" h="123825">
                  <a:moveTo>
                    <a:pt x="0" y="0"/>
                  </a:moveTo>
                  <a:lnTo>
                    <a:pt x="61912" y="61912"/>
                  </a:lnTo>
                  <a:lnTo>
                    <a:pt x="0" y="123825"/>
                  </a:lnTo>
                </a:path>
              </a:pathLst>
            </a:custGeom>
            <a:noFill/>
            <a:ln w="14287">
              <a:solidFill>
                <a:srgbClr val="3CC58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228588" y="3460909"/>
            <a:ext cx="571500" cy="571500"/>
            <a:chOff x="5715000" y="2000250"/>
            <a:chExt cx="571500" cy="571500"/>
          </a:xfrm>
        </p:grpSpPr>
        <p:sp>
          <p:nvSpPr>
            <p:cNvPr id="18" name="Rounded Rectangle 17"/>
            <p:cNvSpPr/>
            <p:nvPr/>
          </p:nvSpPr>
          <p:spPr>
            <a:xfrm>
              <a:off x="5715000" y="2000250"/>
              <a:ext cx="571500" cy="571500"/>
            </a:xfrm>
            <a:custGeom>
              <a:avLst/>
              <a:gdLst/>
              <a:ahLst/>
              <a:cxnLst/>
              <a:rect l="0" t="0" r="0" b="0"/>
              <a:pathLst>
                <a:path w="571500" h="571500">
                  <a:moveTo>
                    <a:pt x="0" y="285750"/>
                  </a:moveTo>
                  <a:cubicBezTo>
                    <a:pt x="0" y="127934"/>
                    <a:pt x="127934" y="0"/>
                    <a:pt x="285750" y="0"/>
                  </a:cubicBezTo>
                  <a:cubicBezTo>
                    <a:pt x="443565" y="0"/>
                    <a:pt x="571500" y="127934"/>
                    <a:pt x="571500" y="285750"/>
                  </a:cubicBezTo>
                  <a:cubicBezTo>
                    <a:pt x="571500" y="443565"/>
                    <a:pt x="443565" y="571500"/>
                    <a:pt x="285750" y="571500"/>
                  </a:cubicBezTo>
                  <a:cubicBezTo>
                    <a:pt x="127934" y="571500"/>
                    <a:pt x="0" y="443565"/>
                    <a:pt x="0" y="285750"/>
                  </a:cubicBez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715000" y="2000250"/>
              <a:ext cx="571500" cy="571500"/>
            </a:xfrm>
            <a:custGeom>
              <a:avLst/>
              <a:gdLst/>
              <a:ahLst/>
              <a:cxnLst/>
              <a:rect l="0" t="0" r="0" b="0"/>
              <a:pathLst>
                <a:path w="571500" h="571500">
                  <a:moveTo>
                    <a:pt x="0" y="285750"/>
                  </a:moveTo>
                  <a:cubicBezTo>
                    <a:pt x="0" y="127934"/>
                    <a:pt x="127934" y="0"/>
                    <a:pt x="285750" y="0"/>
                  </a:cubicBezTo>
                  <a:cubicBezTo>
                    <a:pt x="443565" y="0"/>
                    <a:pt x="571500" y="127934"/>
                    <a:pt x="571500" y="285750"/>
                  </a:cubicBezTo>
                  <a:cubicBezTo>
                    <a:pt x="571500" y="443565"/>
                    <a:pt x="443565" y="571500"/>
                    <a:pt x="285750" y="571500"/>
                  </a:cubicBezTo>
                  <a:cubicBezTo>
                    <a:pt x="127934" y="571500"/>
                    <a:pt x="0" y="443565"/>
                    <a:pt x="0" y="285750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794950" y="2919889"/>
            <a:ext cx="2363152" cy="826769"/>
            <a:chOff x="3281362" y="1459230"/>
            <a:chExt cx="2363152" cy="826769"/>
          </a:xfrm>
        </p:grpSpPr>
        <p:sp>
          <p:nvSpPr>
            <p:cNvPr id="21" name="Rounded Rectangle 20"/>
            <p:cNvSpPr/>
            <p:nvPr/>
          </p:nvSpPr>
          <p:spPr>
            <a:xfrm>
              <a:off x="3281362" y="1493520"/>
              <a:ext cx="2359056" cy="792479"/>
            </a:xfrm>
            <a:custGeom>
              <a:avLst/>
              <a:gdLst/>
              <a:ahLst/>
              <a:cxnLst/>
              <a:rect l="0" t="0" r="0" b="0"/>
              <a:pathLst>
                <a:path w="2359056" h="792479">
                  <a:moveTo>
                    <a:pt x="2359056" y="0"/>
                  </a:moveTo>
                  <a:lnTo>
                    <a:pt x="800100" y="678179"/>
                  </a:lnTo>
                  <a:lnTo>
                    <a:pt x="0" y="792479"/>
                  </a:lnTo>
                </a:path>
              </a:pathLst>
            </a:custGeom>
            <a:noFill/>
            <a:ln w="14287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563552" y="1459230"/>
              <a:ext cx="80962" cy="114300"/>
            </a:xfrm>
            <a:custGeom>
              <a:avLst/>
              <a:gdLst/>
              <a:ahLst/>
              <a:cxnLst/>
              <a:rect l="0" t="0" r="0" b="0"/>
              <a:pathLst>
                <a:path w="80962" h="114300">
                  <a:moveTo>
                    <a:pt x="0" y="0"/>
                  </a:moveTo>
                  <a:lnTo>
                    <a:pt x="80962" y="32385"/>
                  </a:lnTo>
                  <a:lnTo>
                    <a:pt x="49530" y="114300"/>
                  </a:lnTo>
                </a:path>
              </a:pathLst>
            </a:custGeom>
            <a:noFill/>
            <a:ln w="14287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228588" y="2660809"/>
            <a:ext cx="571500" cy="571500"/>
            <a:chOff x="5715000" y="1200150"/>
            <a:chExt cx="571500" cy="571500"/>
          </a:xfrm>
        </p:grpSpPr>
        <p:sp>
          <p:nvSpPr>
            <p:cNvPr id="24" name="Rounded Rectangle 23"/>
            <p:cNvSpPr/>
            <p:nvPr/>
          </p:nvSpPr>
          <p:spPr>
            <a:xfrm>
              <a:off x="5715000" y="1200150"/>
              <a:ext cx="571500" cy="571500"/>
            </a:xfrm>
            <a:custGeom>
              <a:avLst/>
              <a:gdLst/>
              <a:ahLst/>
              <a:cxnLst/>
              <a:rect l="0" t="0" r="0" b="0"/>
              <a:pathLst>
                <a:path w="571500" h="571500">
                  <a:moveTo>
                    <a:pt x="0" y="285750"/>
                  </a:moveTo>
                  <a:cubicBezTo>
                    <a:pt x="0" y="127934"/>
                    <a:pt x="127934" y="0"/>
                    <a:pt x="285750" y="0"/>
                  </a:cubicBezTo>
                  <a:cubicBezTo>
                    <a:pt x="443565" y="0"/>
                    <a:pt x="571500" y="127934"/>
                    <a:pt x="571500" y="285750"/>
                  </a:cubicBezTo>
                  <a:cubicBezTo>
                    <a:pt x="571500" y="443565"/>
                    <a:pt x="443565" y="571500"/>
                    <a:pt x="285750" y="571500"/>
                  </a:cubicBezTo>
                  <a:cubicBezTo>
                    <a:pt x="127934" y="571500"/>
                    <a:pt x="0" y="443565"/>
                    <a:pt x="0" y="285750"/>
                  </a:cubicBezTo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715000" y="1200150"/>
              <a:ext cx="571500" cy="571500"/>
            </a:xfrm>
            <a:custGeom>
              <a:avLst/>
              <a:gdLst/>
              <a:ahLst/>
              <a:cxnLst/>
              <a:rect l="0" t="0" r="0" b="0"/>
              <a:pathLst>
                <a:path w="571500" h="571500">
                  <a:moveTo>
                    <a:pt x="0" y="285750"/>
                  </a:moveTo>
                  <a:cubicBezTo>
                    <a:pt x="0" y="127934"/>
                    <a:pt x="127934" y="0"/>
                    <a:pt x="285750" y="0"/>
                  </a:cubicBezTo>
                  <a:cubicBezTo>
                    <a:pt x="443565" y="0"/>
                    <a:pt x="571500" y="127934"/>
                    <a:pt x="571500" y="285750"/>
                  </a:cubicBezTo>
                  <a:cubicBezTo>
                    <a:pt x="571500" y="443565"/>
                    <a:pt x="443565" y="571500"/>
                    <a:pt x="285750" y="571500"/>
                  </a:cubicBezTo>
                  <a:cubicBezTo>
                    <a:pt x="127934" y="571500"/>
                    <a:pt x="0" y="443565"/>
                    <a:pt x="0" y="285750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3879627" y="1965484"/>
            <a:ext cx="1414462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Roboto"/>
              </a:rPr>
              <a:t>Advantages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3438" y="2732246"/>
            <a:ext cx="1028700" cy="5600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32444A"/>
                </a:solidFill>
                <a:latin typeface="Roboto"/>
              </a:rPr>
              <a:t>Freeing Up
Notifier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836" y="3418046"/>
            <a:ext cx="1228725" cy="840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0">
                <a:solidFill>
                  <a:srgbClr val="3A4455"/>
                </a:solidFill>
                <a:latin typeface="Roboto"/>
              </a:rPr>
              <a:t>Notifier Write
Operation
Separation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3438" y="3532346"/>
            <a:ext cx="928687" cy="5600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374840"/>
                </a:solidFill>
                <a:latin typeface="Roboto"/>
              </a:rPr>
              <a:t>Improved
Efficiency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3438" y="4332446"/>
            <a:ext cx="1228725" cy="5600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424736"/>
                </a:solidFill>
                <a:latin typeface="Roboto"/>
              </a:rPr>
              <a:t>Enhanced
Performance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0031" y="2782252"/>
            <a:ext cx="328612" cy="328612"/>
          </a:xfrm>
          <a:custGeom>
            <a:avLst/>
            <a:gdLst/>
            <a:ahLst/>
            <a:cxnLst/>
            <a:rect l="0" t="0" r="0" b="0"/>
            <a:pathLst>
              <a:path w="328612" h="328612">
                <a:moveTo>
                  <a:pt x="0" y="328612"/>
                </a:moveTo>
                <a:lnTo>
                  <a:pt x="328612" y="0"/>
                </a:lnTo>
                <a:moveTo>
                  <a:pt x="192881" y="257175"/>
                </a:moveTo>
                <a:cubicBezTo>
                  <a:pt x="192881" y="272956"/>
                  <a:pt x="180087" y="285750"/>
                  <a:pt x="164306" y="285750"/>
                </a:cubicBezTo>
                <a:cubicBezTo>
                  <a:pt x="148524" y="285750"/>
                  <a:pt x="135731" y="272956"/>
                  <a:pt x="135731" y="257175"/>
                </a:cubicBezTo>
                <a:moveTo>
                  <a:pt x="71437" y="216741"/>
                </a:moveTo>
                <a:lnTo>
                  <a:pt x="71437" y="164306"/>
                </a:lnTo>
                <a:cubicBezTo>
                  <a:pt x="71437" y="126815"/>
                  <a:pt x="93980" y="93000"/>
                  <a:pt x="128587" y="78581"/>
                </a:cubicBezTo>
                <a:cubicBezTo>
                  <a:pt x="128587" y="58854"/>
                  <a:pt x="144579" y="42862"/>
                  <a:pt x="164306" y="42862"/>
                </a:cubicBezTo>
                <a:cubicBezTo>
                  <a:pt x="184033" y="42862"/>
                  <a:pt x="200025" y="58854"/>
                  <a:pt x="200025" y="78581"/>
                </a:cubicBezTo>
                <a:cubicBezTo>
                  <a:pt x="202467" y="79538"/>
                  <a:pt x="204852" y="80635"/>
                  <a:pt x="207168" y="81867"/>
                </a:cubicBezTo>
                <a:moveTo>
                  <a:pt x="230028" y="98583"/>
                </a:moveTo>
                <a:cubicBezTo>
                  <a:pt x="247294" y="116117"/>
                  <a:pt x="257034" y="139698"/>
                  <a:pt x="257175" y="164306"/>
                </a:cubicBezTo>
                <a:lnTo>
                  <a:pt x="257175" y="228600"/>
                </a:lnTo>
                <a:cubicBezTo>
                  <a:pt x="257175" y="244381"/>
                  <a:pt x="269968" y="257175"/>
                  <a:pt x="285750" y="257175"/>
                </a:cubicBezTo>
                <a:lnTo>
                  <a:pt x="71437" y="257175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351913" y="3527584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438150" h="438150">
                <a:moveTo>
                  <a:pt x="253155" y="0"/>
                </a:moveTo>
                <a:lnTo>
                  <a:pt x="418680" y="0"/>
                </a:lnTo>
                <a:cubicBezTo>
                  <a:pt x="418680" y="0"/>
                  <a:pt x="438150" y="0"/>
                  <a:pt x="438150" y="19469"/>
                </a:cubicBezTo>
                <a:lnTo>
                  <a:pt x="438150" y="175260"/>
                </a:lnTo>
                <a:cubicBezTo>
                  <a:pt x="438150" y="175260"/>
                  <a:pt x="438150" y="194729"/>
                  <a:pt x="418680" y="194729"/>
                </a:cubicBezTo>
                <a:lnTo>
                  <a:pt x="253155" y="194729"/>
                </a:lnTo>
                <a:cubicBezTo>
                  <a:pt x="253155" y="194729"/>
                  <a:pt x="233686" y="194729"/>
                  <a:pt x="233686" y="175260"/>
                </a:cubicBezTo>
                <a:lnTo>
                  <a:pt x="233686" y="19469"/>
                </a:lnTo>
                <a:cubicBezTo>
                  <a:pt x="233686" y="19469"/>
                  <a:pt x="233686" y="0"/>
                  <a:pt x="253155" y="0"/>
                </a:cubicBezTo>
                <a:moveTo>
                  <a:pt x="438150" y="66313"/>
                </a:moveTo>
                <a:lnTo>
                  <a:pt x="233686" y="66313"/>
                </a:lnTo>
                <a:moveTo>
                  <a:pt x="438150" y="130530"/>
                </a:moveTo>
                <a:lnTo>
                  <a:pt x="233686" y="130530"/>
                </a:lnTo>
                <a:moveTo>
                  <a:pt x="326155" y="194729"/>
                </a:moveTo>
                <a:lnTo>
                  <a:pt x="326155" y="66313"/>
                </a:lnTo>
                <a:moveTo>
                  <a:pt x="380980" y="194729"/>
                </a:moveTo>
                <a:lnTo>
                  <a:pt x="380980" y="66313"/>
                </a:lnTo>
                <a:moveTo>
                  <a:pt x="87629" y="120014"/>
                </a:moveTo>
                <a:lnTo>
                  <a:pt x="43814" y="161925"/>
                </a:lnTo>
                <a:lnTo>
                  <a:pt x="43814" y="120014"/>
                </a:lnTo>
                <a:cubicBezTo>
                  <a:pt x="44440" y="88375"/>
                  <a:pt x="70602" y="63237"/>
                  <a:pt x="102241" y="63874"/>
                </a:cubicBezTo>
                <a:lnTo>
                  <a:pt x="175259" y="63874"/>
                </a:lnTo>
                <a:moveTo>
                  <a:pt x="0" y="120014"/>
                </a:moveTo>
                <a:lnTo>
                  <a:pt x="43814" y="162020"/>
                </a:lnTo>
                <a:moveTo>
                  <a:pt x="131445" y="105937"/>
                </a:moveTo>
                <a:lnTo>
                  <a:pt x="175260" y="63874"/>
                </a:lnTo>
                <a:lnTo>
                  <a:pt x="131445" y="21812"/>
                </a:lnTo>
                <a:moveTo>
                  <a:pt x="19469" y="214198"/>
                </a:moveTo>
                <a:lnTo>
                  <a:pt x="126587" y="214198"/>
                </a:lnTo>
                <a:cubicBezTo>
                  <a:pt x="126587" y="214198"/>
                  <a:pt x="146056" y="214198"/>
                  <a:pt x="146056" y="233667"/>
                </a:cubicBezTo>
                <a:lnTo>
                  <a:pt x="146056" y="418680"/>
                </a:lnTo>
                <a:cubicBezTo>
                  <a:pt x="146056" y="418680"/>
                  <a:pt x="146056" y="438150"/>
                  <a:pt x="126587" y="438150"/>
                </a:cubicBezTo>
                <a:lnTo>
                  <a:pt x="19469" y="438150"/>
                </a:lnTo>
                <a:cubicBezTo>
                  <a:pt x="19469" y="438150"/>
                  <a:pt x="0" y="438150"/>
                  <a:pt x="0" y="418680"/>
                </a:cubicBezTo>
                <a:lnTo>
                  <a:pt x="0" y="233667"/>
                </a:lnTo>
                <a:cubicBezTo>
                  <a:pt x="0" y="233667"/>
                  <a:pt x="0" y="214198"/>
                  <a:pt x="19469" y="214198"/>
                </a:cubicBezTo>
                <a:moveTo>
                  <a:pt x="146056" y="379723"/>
                </a:moveTo>
                <a:lnTo>
                  <a:pt x="0" y="379723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342888" y="3575209"/>
            <a:ext cx="330755" cy="331471"/>
          </a:xfrm>
          <a:custGeom>
            <a:avLst/>
            <a:gdLst/>
            <a:ahLst/>
            <a:cxnLst/>
            <a:rect l="0" t="0" r="0" b="0"/>
            <a:pathLst>
              <a:path w="330755" h="331471">
                <a:moveTo>
                  <a:pt x="256460" y="331471"/>
                </a:moveTo>
                <a:lnTo>
                  <a:pt x="85010" y="331471"/>
                </a:lnTo>
                <a:lnTo>
                  <a:pt x="85010" y="102871"/>
                </a:lnTo>
                <a:lnTo>
                  <a:pt x="256460" y="102871"/>
                </a:lnTo>
                <a:close/>
                <a:moveTo>
                  <a:pt x="285035" y="182878"/>
                </a:moveTo>
                <a:lnTo>
                  <a:pt x="330755" y="182878"/>
                </a:lnTo>
                <a:moveTo>
                  <a:pt x="330755" y="240028"/>
                </a:moveTo>
                <a:lnTo>
                  <a:pt x="285035" y="240028"/>
                </a:lnTo>
                <a:moveTo>
                  <a:pt x="285035" y="125728"/>
                </a:moveTo>
                <a:lnTo>
                  <a:pt x="316468" y="125728"/>
                </a:lnTo>
                <a:cubicBezTo>
                  <a:pt x="325040" y="125728"/>
                  <a:pt x="330755" y="131443"/>
                  <a:pt x="330755" y="140016"/>
                </a:cubicBezTo>
                <a:lnTo>
                  <a:pt x="330755" y="282891"/>
                </a:lnTo>
                <a:cubicBezTo>
                  <a:pt x="330755" y="291463"/>
                  <a:pt x="325040" y="297178"/>
                  <a:pt x="316468" y="297178"/>
                </a:cubicBezTo>
                <a:lnTo>
                  <a:pt x="285035" y="297178"/>
                </a:lnTo>
                <a:moveTo>
                  <a:pt x="256460" y="178592"/>
                </a:moveTo>
                <a:lnTo>
                  <a:pt x="92154" y="178592"/>
                </a:lnTo>
                <a:moveTo>
                  <a:pt x="92154" y="257173"/>
                </a:moveTo>
                <a:lnTo>
                  <a:pt x="256460" y="257173"/>
                </a:lnTo>
                <a:moveTo>
                  <a:pt x="56435" y="182878"/>
                </a:moveTo>
                <a:lnTo>
                  <a:pt x="10715" y="182878"/>
                </a:lnTo>
                <a:moveTo>
                  <a:pt x="10715" y="240028"/>
                </a:moveTo>
                <a:lnTo>
                  <a:pt x="56435" y="240028"/>
                </a:lnTo>
                <a:moveTo>
                  <a:pt x="56435" y="297178"/>
                </a:moveTo>
                <a:lnTo>
                  <a:pt x="25003" y="297178"/>
                </a:lnTo>
                <a:cubicBezTo>
                  <a:pt x="16430" y="297178"/>
                  <a:pt x="10715" y="291463"/>
                  <a:pt x="10715" y="282891"/>
                </a:cubicBezTo>
                <a:lnTo>
                  <a:pt x="10715" y="140016"/>
                </a:lnTo>
                <a:cubicBezTo>
                  <a:pt x="10715" y="131443"/>
                  <a:pt x="16430" y="125728"/>
                  <a:pt x="25003" y="125728"/>
                </a:cubicBezTo>
                <a:lnTo>
                  <a:pt x="56435" y="125728"/>
                </a:lnTo>
                <a:moveTo>
                  <a:pt x="0" y="0"/>
                </a:moveTo>
                <a:moveTo>
                  <a:pt x="206454" y="11428"/>
                </a:moveTo>
                <a:lnTo>
                  <a:pt x="170735" y="45718"/>
                </a:lnTo>
                <a:lnTo>
                  <a:pt x="149304" y="25716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342888" y="4375309"/>
            <a:ext cx="332184" cy="326469"/>
          </a:xfrm>
          <a:custGeom>
            <a:avLst/>
            <a:gdLst/>
            <a:ahLst/>
            <a:cxnLst/>
            <a:rect l="0" t="0" r="0" b="0"/>
            <a:pathLst>
              <a:path w="332184" h="326469">
                <a:moveTo>
                  <a:pt x="10715" y="300751"/>
                </a:moveTo>
                <a:cubicBezTo>
                  <a:pt x="10715" y="212169"/>
                  <a:pt x="82471" y="140731"/>
                  <a:pt x="171450" y="140731"/>
                </a:cubicBezTo>
                <a:cubicBezTo>
                  <a:pt x="260428" y="140731"/>
                  <a:pt x="332184" y="212169"/>
                  <a:pt x="332184" y="300751"/>
                </a:cubicBezTo>
                <a:moveTo>
                  <a:pt x="150018" y="305038"/>
                </a:moveTo>
                <a:cubicBezTo>
                  <a:pt x="150018" y="293200"/>
                  <a:pt x="159614" y="283606"/>
                  <a:pt x="171450" y="283606"/>
                </a:cubicBezTo>
                <a:cubicBezTo>
                  <a:pt x="183285" y="283606"/>
                  <a:pt x="192881" y="293200"/>
                  <a:pt x="192881" y="305038"/>
                </a:cubicBezTo>
                <a:cubicBezTo>
                  <a:pt x="192881" y="316873"/>
                  <a:pt x="183285" y="326469"/>
                  <a:pt x="171450" y="326469"/>
                </a:cubicBezTo>
                <a:cubicBezTo>
                  <a:pt x="159614" y="326469"/>
                  <a:pt x="150018" y="316873"/>
                  <a:pt x="150018" y="305038"/>
                </a:cubicBezTo>
                <a:close/>
                <a:moveTo>
                  <a:pt x="0" y="0"/>
                </a:moveTo>
                <a:moveTo>
                  <a:pt x="163591" y="285035"/>
                </a:moveTo>
                <a:lnTo>
                  <a:pt x="130730" y="193595"/>
                </a:lnTo>
                <a:moveTo>
                  <a:pt x="0" y="0"/>
                </a:moveTo>
                <a:moveTo>
                  <a:pt x="212169" y="193595"/>
                </a:moveTo>
                <a:lnTo>
                  <a:pt x="205025" y="213598"/>
                </a:lnTo>
                <a:moveTo>
                  <a:pt x="0" y="0"/>
                </a:moveTo>
                <a:moveTo>
                  <a:pt x="252888" y="259318"/>
                </a:moveTo>
                <a:lnTo>
                  <a:pt x="274319" y="246459"/>
                </a:lnTo>
                <a:moveTo>
                  <a:pt x="0" y="0"/>
                </a:moveTo>
                <a:moveTo>
                  <a:pt x="68579" y="246459"/>
                </a:moveTo>
                <a:lnTo>
                  <a:pt x="90011" y="259318"/>
                </a:lnTo>
                <a:moveTo>
                  <a:pt x="0" y="0"/>
                </a:moveTo>
                <a:moveTo>
                  <a:pt x="267176" y="322183"/>
                </a:moveTo>
                <a:lnTo>
                  <a:pt x="288607" y="325040"/>
                </a:lnTo>
                <a:moveTo>
                  <a:pt x="0" y="0"/>
                </a:moveTo>
                <a:moveTo>
                  <a:pt x="54292" y="325040"/>
                </a:moveTo>
                <a:lnTo>
                  <a:pt x="75723" y="322183"/>
                </a:lnTo>
                <a:moveTo>
                  <a:pt x="0" y="0"/>
                </a:moveTo>
                <a:moveTo>
                  <a:pt x="68579" y="16430"/>
                </a:moveTo>
                <a:lnTo>
                  <a:pt x="100898" y="98077"/>
                </a:lnTo>
                <a:moveTo>
                  <a:pt x="0" y="0"/>
                </a:moveTo>
                <a:moveTo>
                  <a:pt x="122872" y="59293"/>
                </a:moveTo>
                <a:lnTo>
                  <a:pt x="100012" y="99298"/>
                </a:lnTo>
                <a:lnTo>
                  <a:pt x="57150" y="85010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</Words>
  <Application>Microsoft Macintosh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Roboto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Chandra Sekhar Javalkar</cp:lastModifiedBy>
  <cp:revision>1</cp:revision>
  <dcterms:created xsi:type="dcterms:W3CDTF">2013-01-27T09:14:16Z</dcterms:created>
  <dcterms:modified xsi:type="dcterms:W3CDTF">2025-06-20T05:25:21Z</dcterms:modified>
  <cp:category/>
</cp:coreProperties>
</file>