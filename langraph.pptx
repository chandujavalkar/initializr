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2"/>
  </p:normalViewPr>
  <p:slideViewPr>
    <p:cSldViewPr snapToGrid="0" snapToObjects="1">
      <p:cViewPr varScale="1">
        <p:scale>
          <a:sx n="107" d="100"/>
          <a:sy n="107" d="100"/>
        </p:scale>
        <p:origin x="1784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10010" y="2541218"/>
            <a:ext cx="920663" cy="1362205"/>
          </a:xfrm>
          <a:custGeom>
            <a:avLst/>
            <a:gdLst/>
            <a:ahLst/>
            <a:cxnLst/>
            <a:rect l="0" t="0" r="0" b="0"/>
            <a:pathLst>
              <a:path w="920663" h="1362205">
                <a:moveTo>
                  <a:pt x="920663" y="0"/>
                </a:moveTo>
                <a:lnTo>
                  <a:pt x="920663" y="1362205"/>
                </a:lnTo>
                <a:lnTo>
                  <a:pt x="0" y="1362205"/>
                </a:lnTo>
                <a:lnTo>
                  <a:pt x="0" y="0"/>
                </a:lnTo>
                <a:lnTo>
                  <a:pt x="920663" y="0"/>
                </a:lnTo>
              </a:path>
            </a:pathLst>
          </a:custGeom>
          <a:gradFill rotWithShape="1">
            <a:gsLst>
              <a:gs pos="0">
                <a:srgbClr val="9CC2FF"/>
              </a:gs>
              <a:gs pos="100000">
                <a:srgbClr val="4F92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10010" y="2541218"/>
            <a:ext cx="920663" cy="1362205"/>
          </a:xfrm>
          <a:custGeom>
            <a:avLst/>
            <a:gdLst/>
            <a:ahLst/>
            <a:cxnLst/>
            <a:rect l="0" t="0" r="0" b="0"/>
            <a:pathLst>
              <a:path w="920663" h="1362205">
                <a:moveTo>
                  <a:pt x="920663" y="0"/>
                </a:moveTo>
                <a:lnTo>
                  <a:pt x="920663" y="1362205"/>
                </a:lnTo>
                <a:lnTo>
                  <a:pt x="0" y="1362205"/>
                </a:lnTo>
                <a:lnTo>
                  <a:pt x="0" y="0"/>
                </a:lnTo>
                <a:lnTo>
                  <a:pt x="920663" y="0"/>
                </a:lnTo>
                <a:close/>
              </a:path>
            </a:pathLst>
          </a:custGeom>
          <a:noFill/>
          <a:ln w="1409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30673" y="3903423"/>
            <a:ext cx="920663" cy="1362205"/>
          </a:xfrm>
          <a:custGeom>
            <a:avLst/>
            <a:gdLst/>
            <a:ahLst/>
            <a:cxnLst/>
            <a:rect l="0" t="0" r="0" b="0"/>
            <a:pathLst>
              <a:path w="920663" h="1362205">
                <a:moveTo>
                  <a:pt x="920663" y="0"/>
                </a:moveTo>
                <a:lnTo>
                  <a:pt x="920663" y="1362205"/>
                </a:lnTo>
                <a:lnTo>
                  <a:pt x="0" y="1362205"/>
                </a:lnTo>
                <a:lnTo>
                  <a:pt x="0" y="0"/>
                </a:lnTo>
                <a:lnTo>
                  <a:pt x="920663" y="0"/>
                </a:lnTo>
              </a:path>
            </a:pathLst>
          </a:custGeom>
          <a:gradFill rotWithShape="1">
            <a:gsLst>
              <a:gs pos="0">
                <a:srgbClr val="FFBF84"/>
              </a:gs>
              <a:gs pos="100000">
                <a:srgbClr val="F99539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30673" y="3903423"/>
            <a:ext cx="920663" cy="1362205"/>
          </a:xfrm>
          <a:custGeom>
            <a:avLst/>
            <a:gdLst/>
            <a:ahLst/>
            <a:cxnLst/>
            <a:rect l="0" t="0" r="0" b="0"/>
            <a:pathLst>
              <a:path w="920663" h="1362205">
                <a:moveTo>
                  <a:pt x="920663" y="0"/>
                </a:moveTo>
                <a:lnTo>
                  <a:pt x="920663" y="1362205"/>
                </a:lnTo>
                <a:lnTo>
                  <a:pt x="0" y="1362205"/>
                </a:lnTo>
                <a:lnTo>
                  <a:pt x="0" y="0"/>
                </a:lnTo>
                <a:lnTo>
                  <a:pt x="920663" y="0"/>
                </a:lnTo>
                <a:close/>
              </a:path>
            </a:pathLst>
          </a:custGeom>
          <a:noFill/>
          <a:ln w="1409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68468" y="3903423"/>
            <a:ext cx="1362205" cy="920663"/>
          </a:xfrm>
          <a:custGeom>
            <a:avLst/>
            <a:gdLst/>
            <a:ahLst/>
            <a:cxnLst/>
            <a:rect l="0" t="0" r="0" b="0"/>
            <a:pathLst>
              <a:path w="1362205" h="920663">
                <a:moveTo>
                  <a:pt x="1362205" y="920663"/>
                </a:moveTo>
                <a:lnTo>
                  <a:pt x="0" y="920663"/>
                </a:lnTo>
                <a:lnTo>
                  <a:pt x="0" y="0"/>
                </a:lnTo>
                <a:lnTo>
                  <a:pt x="1362205" y="0"/>
                </a:lnTo>
                <a:lnTo>
                  <a:pt x="1362205" y="920663"/>
                </a:ln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68468" y="3903423"/>
            <a:ext cx="1362205" cy="920663"/>
          </a:xfrm>
          <a:custGeom>
            <a:avLst/>
            <a:gdLst/>
            <a:ahLst/>
            <a:cxnLst/>
            <a:rect l="0" t="0" r="0" b="0"/>
            <a:pathLst>
              <a:path w="1362205" h="920663">
                <a:moveTo>
                  <a:pt x="1362205" y="920663"/>
                </a:moveTo>
                <a:lnTo>
                  <a:pt x="0" y="920663"/>
                </a:lnTo>
                <a:lnTo>
                  <a:pt x="0" y="0"/>
                </a:lnTo>
                <a:lnTo>
                  <a:pt x="1362205" y="0"/>
                </a:lnTo>
                <a:lnTo>
                  <a:pt x="1362205" y="920663"/>
                </a:lnTo>
                <a:close/>
              </a:path>
            </a:pathLst>
          </a:custGeom>
          <a:noFill/>
          <a:ln w="1409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30673" y="2982760"/>
            <a:ext cx="1362205" cy="920663"/>
          </a:xfrm>
          <a:custGeom>
            <a:avLst/>
            <a:gdLst/>
            <a:ahLst/>
            <a:cxnLst/>
            <a:rect l="0" t="0" r="0" b="0"/>
            <a:pathLst>
              <a:path w="1362205" h="920663">
                <a:moveTo>
                  <a:pt x="1362205" y="920663"/>
                </a:moveTo>
                <a:lnTo>
                  <a:pt x="0" y="920663"/>
                </a:lnTo>
                <a:lnTo>
                  <a:pt x="0" y="0"/>
                </a:lnTo>
                <a:lnTo>
                  <a:pt x="1362205" y="0"/>
                </a:lnTo>
                <a:lnTo>
                  <a:pt x="1362205" y="920663"/>
                </a:lnTo>
              </a:path>
            </a:pathLst>
          </a:custGeom>
          <a:gradFill rotWithShape="1">
            <a:gsLst>
              <a:gs pos="0">
                <a:srgbClr val="FFEF63"/>
              </a:gs>
              <a:gs pos="100000">
                <a:srgbClr val="FFE60A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30673" y="2982760"/>
            <a:ext cx="1362205" cy="920663"/>
          </a:xfrm>
          <a:custGeom>
            <a:avLst/>
            <a:gdLst/>
            <a:ahLst/>
            <a:cxnLst/>
            <a:rect l="0" t="0" r="0" b="0"/>
            <a:pathLst>
              <a:path w="1362205" h="920663">
                <a:moveTo>
                  <a:pt x="1362205" y="920663"/>
                </a:moveTo>
                <a:lnTo>
                  <a:pt x="0" y="920663"/>
                </a:lnTo>
                <a:lnTo>
                  <a:pt x="0" y="0"/>
                </a:lnTo>
                <a:lnTo>
                  <a:pt x="1362205" y="0"/>
                </a:lnTo>
                <a:lnTo>
                  <a:pt x="1362205" y="920663"/>
                </a:lnTo>
                <a:close/>
              </a:path>
            </a:pathLst>
          </a:custGeom>
          <a:noFill/>
          <a:ln w="1409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1378" y="1592371"/>
            <a:ext cx="1998609" cy="328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Metrics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633" y="2574098"/>
            <a:ext cx="1024594" cy="5523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4E88E7"/>
                </a:solidFill>
                <a:latin typeface="Roboto"/>
              </a:rPr>
              <a:t>Workflow
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4147" y="2799567"/>
            <a:ext cx="1287199" cy="276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0CB15"/>
                </a:solidFill>
                <a:latin typeface="Roboto"/>
              </a:rPr>
              <a:t>Execution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721" y="3161256"/>
            <a:ext cx="1463487" cy="5918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Roboto"/>
              </a:rPr>
              <a:t>Analyzes efficiency and
performance across
different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4147" y="3161256"/>
            <a:ext cx="1469218" cy="5918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Tracks detailed activity
and issues within the
system.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041" y="4265112"/>
            <a:ext cx="1144149" cy="276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3CC583"/>
                </a:solidFill>
                <a:latin typeface="Roboto"/>
              </a:rPr>
              <a:t>Success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4147" y="4265112"/>
            <a:ext cx="1301216" cy="276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E8431"/>
                </a:solidFill>
                <a:latin typeface="Roboto"/>
              </a:rPr>
              <a:t>Execution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313" y="4626801"/>
            <a:ext cx="1253877" cy="5918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Roboto"/>
              </a:rPr>
              <a:t>Indicates the overall
effectiveness of
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4147" y="4598618"/>
            <a:ext cx="1546131" cy="3945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Monitors the duration of
processes and 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0843" y="2794854"/>
            <a:ext cx="432165" cy="432180"/>
          </a:xfrm>
          <a:custGeom>
            <a:avLst/>
            <a:gdLst/>
            <a:ahLst/>
            <a:cxnLst/>
            <a:rect l="0" t="0" r="0" b="0"/>
            <a:pathLst>
              <a:path w="432165" h="432180">
                <a:moveTo>
                  <a:pt x="8" y="57642"/>
                </a:moveTo>
                <a:cubicBezTo>
                  <a:pt x="0" y="89474"/>
                  <a:pt x="25802" y="115284"/>
                  <a:pt x="57634" y="115284"/>
                </a:cubicBezTo>
                <a:cubicBezTo>
                  <a:pt x="89467" y="115284"/>
                  <a:pt x="115269" y="89474"/>
                  <a:pt x="115260" y="57642"/>
                </a:cubicBezTo>
                <a:cubicBezTo>
                  <a:pt x="115269" y="25809"/>
                  <a:pt x="89467" y="0"/>
                  <a:pt x="57634" y="0"/>
                </a:cubicBezTo>
                <a:cubicBezTo>
                  <a:pt x="25802" y="0"/>
                  <a:pt x="0" y="25809"/>
                  <a:pt x="8" y="57642"/>
                </a:cubicBezTo>
                <a:moveTo>
                  <a:pt x="8" y="374538"/>
                </a:moveTo>
                <a:cubicBezTo>
                  <a:pt x="0" y="406370"/>
                  <a:pt x="25802" y="432180"/>
                  <a:pt x="57634" y="432180"/>
                </a:cubicBezTo>
                <a:cubicBezTo>
                  <a:pt x="89467" y="432180"/>
                  <a:pt x="115269" y="406370"/>
                  <a:pt x="115260" y="374538"/>
                </a:cubicBezTo>
                <a:cubicBezTo>
                  <a:pt x="115269" y="342705"/>
                  <a:pt x="89467" y="316895"/>
                  <a:pt x="57634" y="316895"/>
                </a:cubicBezTo>
                <a:cubicBezTo>
                  <a:pt x="25802" y="316895"/>
                  <a:pt x="0" y="342705"/>
                  <a:pt x="8" y="374538"/>
                </a:cubicBezTo>
                <a:moveTo>
                  <a:pt x="57634" y="115249"/>
                </a:moveTo>
                <a:lnTo>
                  <a:pt x="57634" y="316930"/>
                </a:lnTo>
                <a:moveTo>
                  <a:pt x="316904" y="374538"/>
                </a:moveTo>
                <a:cubicBezTo>
                  <a:pt x="316895" y="406370"/>
                  <a:pt x="342698" y="432180"/>
                  <a:pt x="374530" y="432180"/>
                </a:cubicBezTo>
                <a:cubicBezTo>
                  <a:pt x="406363" y="432180"/>
                  <a:pt x="432165" y="406370"/>
                  <a:pt x="432156" y="374538"/>
                </a:cubicBezTo>
                <a:cubicBezTo>
                  <a:pt x="432165" y="342705"/>
                  <a:pt x="406363" y="316895"/>
                  <a:pt x="374530" y="316895"/>
                </a:cubicBezTo>
                <a:cubicBezTo>
                  <a:pt x="342698" y="316895"/>
                  <a:pt x="316895" y="342705"/>
                  <a:pt x="316904" y="374538"/>
                </a:cubicBezTo>
                <a:moveTo>
                  <a:pt x="374530" y="316930"/>
                </a:moveTo>
                <a:lnTo>
                  <a:pt x="374530" y="153672"/>
                </a:lnTo>
                <a:cubicBezTo>
                  <a:pt x="374530" y="100636"/>
                  <a:pt x="331536" y="57642"/>
                  <a:pt x="278500" y="57642"/>
                </a:cubicBezTo>
                <a:lnTo>
                  <a:pt x="201671" y="57642"/>
                </a:lnTo>
                <a:moveTo>
                  <a:pt x="259297" y="16"/>
                </a:moveTo>
                <a:lnTo>
                  <a:pt x="201671" y="57642"/>
                </a:lnTo>
                <a:lnTo>
                  <a:pt x="259297" y="115249"/>
                </a:lnTo>
              </a:path>
            </a:pathLst>
          </a:custGeom>
          <a:noFill/>
          <a:ln w="1409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18347" y="2794870"/>
            <a:ext cx="432147" cy="432147"/>
          </a:xfrm>
          <a:custGeom>
            <a:avLst/>
            <a:gdLst/>
            <a:ahLst/>
            <a:cxnLst/>
            <a:rect l="0" t="0" r="0" b="0"/>
            <a:pathLst>
              <a:path w="432147" h="432147">
                <a:moveTo>
                  <a:pt x="225468" y="310564"/>
                </a:moveTo>
                <a:cubicBezTo>
                  <a:pt x="225468" y="357561"/>
                  <a:pt x="263567" y="395659"/>
                  <a:pt x="310564" y="395659"/>
                </a:cubicBezTo>
                <a:cubicBezTo>
                  <a:pt x="357561" y="395659"/>
                  <a:pt x="395659" y="357561"/>
                  <a:pt x="395659" y="310564"/>
                </a:cubicBezTo>
                <a:cubicBezTo>
                  <a:pt x="395659" y="263567"/>
                  <a:pt x="357561" y="225468"/>
                  <a:pt x="310564" y="225468"/>
                </a:cubicBezTo>
                <a:cubicBezTo>
                  <a:pt x="263567" y="225468"/>
                  <a:pt x="225468" y="263567"/>
                  <a:pt x="225468" y="310564"/>
                </a:cubicBezTo>
                <a:close/>
                <a:moveTo>
                  <a:pt x="432147" y="432147"/>
                </a:moveTo>
                <a:lnTo>
                  <a:pt x="371121" y="371121"/>
                </a:lnTo>
                <a:moveTo>
                  <a:pt x="75156" y="150312"/>
                </a:moveTo>
                <a:lnTo>
                  <a:pt x="253652" y="150312"/>
                </a:lnTo>
                <a:moveTo>
                  <a:pt x="75156" y="206679"/>
                </a:moveTo>
                <a:lnTo>
                  <a:pt x="187890" y="206679"/>
                </a:lnTo>
                <a:moveTo>
                  <a:pt x="75156" y="93945"/>
                </a:moveTo>
                <a:lnTo>
                  <a:pt x="206679" y="93945"/>
                </a:lnTo>
                <a:moveTo>
                  <a:pt x="75156" y="263046"/>
                </a:moveTo>
                <a:lnTo>
                  <a:pt x="150312" y="263046"/>
                </a:lnTo>
                <a:moveTo>
                  <a:pt x="75156" y="319413"/>
                </a:moveTo>
                <a:lnTo>
                  <a:pt x="150312" y="319413"/>
                </a:lnTo>
                <a:moveTo>
                  <a:pt x="225468" y="432147"/>
                </a:moveTo>
                <a:lnTo>
                  <a:pt x="18789" y="432147"/>
                </a:lnTo>
                <a:cubicBezTo>
                  <a:pt x="8412" y="432147"/>
                  <a:pt x="0" y="423735"/>
                  <a:pt x="0" y="413358"/>
                </a:cubicBezTo>
                <a:lnTo>
                  <a:pt x="0" y="18789"/>
                </a:lnTo>
                <a:cubicBezTo>
                  <a:pt x="0" y="8412"/>
                  <a:pt x="8412" y="0"/>
                  <a:pt x="18789" y="0"/>
                </a:cubicBezTo>
                <a:lnTo>
                  <a:pt x="268551" y="0"/>
                </a:lnTo>
                <a:cubicBezTo>
                  <a:pt x="273534" y="1"/>
                  <a:pt x="278312" y="1981"/>
                  <a:pt x="281835" y="5505"/>
                </a:cubicBezTo>
                <a:lnTo>
                  <a:pt x="351486" y="75156"/>
                </a:lnTo>
                <a:cubicBezTo>
                  <a:pt x="355010" y="78678"/>
                  <a:pt x="356990" y="83457"/>
                  <a:pt x="356991" y="88440"/>
                </a:cubicBezTo>
                <a:lnTo>
                  <a:pt x="356991" y="169101"/>
                </a:lnTo>
              </a:path>
            </a:pathLst>
          </a:custGeom>
          <a:noFill/>
          <a:ln w="1409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510927" y="4265112"/>
            <a:ext cx="432147" cy="422753"/>
          </a:xfrm>
          <a:custGeom>
            <a:avLst/>
            <a:gdLst/>
            <a:ahLst/>
            <a:cxnLst/>
            <a:rect l="0" t="0" r="0" b="0"/>
            <a:pathLst>
              <a:path w="432147" h="422753">
                <a:moveTo>
                  <a:pt x="0" y="422753"/>
                </a:moveTo>
                <a:lnTo>
                  <a:pt x="432147" y="422753"/>
                </a:lnTo>
                <a:moveTo>
                  <a:pt x="75081" y="422753"/>
                </a:moveTo>
                <a:lnTo>
                  <a:pt x="75081" y="375780"/>
                </a:lnTo>
                <a:cubicBezTo>
                  <a:pt x="75081" y="370592"/>
                  <a:pt x="70874" y="366386"/>
                  <a:pt x="65686" y="366386"/>
                </a:cubicBezTo>
                <a:lnTo>
                  <a:pt x="28108" y="366386"/>
                </a:lnTo>
                <a:cubicBezTo>
                  <a:pt x="22919" y="366386"/>
                  <a:pt x="18713" y="370592"/>
                  <a:pt x="18713" y="375780"/>
                </a:cubicBezTo>
                <a:lnTo>
                  <a:pt x="18713" y="422753"/>
                </a:lnTo>
                <a:moveTo>
                  <a:pt x="187815" y="422753"/>
                </a:moveTo>
                <a:lnTo>
                  <a:pt x="187815" y="300624"/>
                </a:lnTo>
                <a:cubicBezTo>
                  <a:pt x="187815" y="295436"/>
                  <a:pt x="183609" y="291230"/>
                  <a:pt x="178420" y="291230"/>
                </a:cubicBezTo>
                <a:lnTo>
                  <a:pt x="140842" y="291230"/>
                </a:lnTo>
                <a:cubicBezTo>
                  <a:pt x="135654" y="291230"/>
                  <a:pt x="131448" y="295436"/>
                  <a:pt x="131448" y="300624"/>
                </a:cubicBezTo>
                <a:lnTo>
                  <a:pt x="131448" y="422753"/>
                </a:lnTo>
                <a:moveTo>
                  <a:pt x="300549" y="422753"/>
                </a:moveTo>
                <a:lnTo>
                  <a:pt x="300549" y="225468"/>
                </a:lnTo>
                <a:cubicBezTo>
                  <a:pt x="300549" y="220280"/>
                  <a:pt x="296343" y="216073"/>
                  <a:pt x="291154" y="216073"/>
                </a:cubicBezTo>
                <a:lnTo>
                  <a:pt x="253576" y="216073"/>
                </a:lnTo>
                <a:cubicBezTo>
                  <a:pt x="248388" y="216073"/>
                  <a:pt x="244182" y="220280"/>
                  <a:pt x="244182" y="225468"/>
                </a:cubicBezTo>
                <a:lnTo>
                  <a:pt x="244182" y="422753"/>
                </a:lnTo>
                <a:moveTo>
                  <a:pt x="413283" y="422753"/>
                </a:moveTo>
                <a:lnTo>
                  <a:pt x="413283" y="150312"/>
                </a:lnTo>
                <a:cubicBezTo>
                  <a:pt x="413283" y="145123"/>
                  <a:pt x="409077" y="140917"/>
                  <a:pt x="403889" y="140917"/>
                </a:cubicBezTo>
                <a:lnTo>
                  <a:pt x="366311" y="140917"/>
                </a:lnTo>
                <a:cubicBezTo>
                  <a:pt x="361122" y="140917"/>
                  <a:pt x="356916" y="145123"/>
                  <a:pt x="356916" y="150312"/>
                </a:cubicBezTo>
                <a:lnTo>
                  <a:pt x="356916" y="422753"/>
                </a:lnTo>
                <a:moveTo>
                  <a:pt x="46972" y="234863"/>
                </a:moveTo>
                <a:lnTo>
                  <a:pt x="385175" y="9394"/>
                </a:lnTo>
                <a:moveTo>
                  <a:pt x="375780" y="84550"/>
                </a:moveTo>
                <a:lnTo>
                  <a:pt x="385175" y="9394"/>
                </a:lnTo>
                <a:lnTo>
                  <a:pt x="310019" y="0"/>
                </a:lnTo>
              </a:path>
            </a:pathLst>
          </a:custGeom>
          <a:noFill/>
          <a:ln w="1409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08953" y="4251020"/>
            <a:ext cx="435154" cy="436845"/>
          </a:xfrm>
          <a:custGeom>
            <a:avLst/>
            <a:gdLst/>
            <a:ahLst/>
            <a:cxnLst/>
            <a:rect l="0" t="0" r="0" b="0"/>
            <a:pathLst>
              <a:path w="435154" h="436845">
                <a:moveTo>
                  <a:pt x="0" y="0"/>
                </a:moveTo>
                <a:moveTo>
                  <a:pt x="222838" y="128704"/>
                </a:moveTo>
                <a:lnTo>
                  <a:pt x="177744" y="151251"/>
                </a:lnTo>
                <a:lnTo>
                  <a:pt x="143924" y="170040"/>
                </a:lnTo>
                <a:cubicBezTo>
                  <a:pt x="125135" y="179435"/>
                  <a:pt x="100709" y="175677"/>
                  <a:pt x="85678" y="158767"/>
                </a:cubicBezTo>
                <a:lnTo>
                  <a:pt x="65010" y="132462"/>
                </a:lnTo>
                <a:cubicBezTo>
                  <a:pt x="55615" y="121189"/>
                  <a:pt x="36826" y="119310"/>
                  <a:pt x="25553" y="128704"/>
                </a:cubicBezTo>
                <a:cubicBezTo>
                  <a:pt x="14279" y="138099"/>
                  <a:pt x="12400" y="156888"/>
                  <a:pt x="21795" y="168161"/>
                </a:cubicBezTo>
                <a:lnTo>
                  <a:pt x="42463" y="194466"/>
                </a:lnTo>
                <a:cubicBezTo>
                  <a:pt x="63131" y="218892"/>
                  <a:pt x="93193" y="232044"/>
                  <a:pt x="123256" y="232044"/>
                </a:cubicBezTo>
                <a:cubicBezTo>
                  <a:pt x="140166" y="232044"/>
                  <a:pt x="155197" y="228286"/>
                  <a:pt x="170228" y="220771"/>
                </a:cubicBezTo>
                <a:lnTo>
                  <a:pt x="179623" y="215134"/>
                </a:lnTo>
                <a:lnTo>
                  <a:pt x="207806" y="265864"/>
                </a:lnTo>
                <a:lnTo>
                  <a:pt x="181502" y="271501"/>
                </a:lnTo>
                <a:cubicBezTo>
                  <a:pt x="158955" y="277138"/>
                  <a:pt x="142045" y="294048"/>
                  <a:pt x="134529" y="314716"/>
                </a:cubicBezTo>
                <a:cubicBezTo>
                  <a:pt x="127013" y="337263"/>
                  <a:pt x="132650" y="359810"/>
                  <a:pt x="147681" y="378599"/>
                </a:cubicBezTo>
                <a:lnTo>
                  <a:pt x="190896" y="425571"/>
                </a:lnTo>
                <a:cubicBezTo>
                  <a:pt x="196533" y="431208"/>
                  <a:pt x="204048" y="434966"/>
                  <a:pt x="211564" y="434966"/>
                </a:cubicBezTo>
                <a:cubicBezTo>
                  <a:pt x="219080" y="434966"/>
                  <a:pt x="224716" y="433087"/>
                  <a:pt x="230353" y="427450"/>
                </a:cubicBezTo>
                <a:cubicBezTo>
                  <a:pt x="241627" y="416177"/>
                  <a:pt x="241627" y="399267"/>
                  <a:pt x="232232" y="387993"/>
                </a:cubicBezTo>
                <a:lnTo>
                  <a:pt x="189017" y="341021"/>
                </a:lnTo>
                <a:cubicBezTo>
                  <a:pt x="187138" y="339142"/>
                  <a:pt x="185259" y="335384"/>
                  <a:pt x="187138" y="331626"/>
                </a:cubicBezTo>
                <a:cubicBezTo>
                  <a:pt x="189017" y="327868"/>
                  <a:pt x="190896" y="325989"/>
                  <a:pt x="192775" y="325989"/>
                </a:cubicBezTo>
                <a:lnTo>
                  <a:pt x="230353" y="318474"/>
                </a:lnTo>
                <a:cubicBezTo>
                  <a:pt x="234111" y="318474"/>
                  <a:pt x="237869" y="316595"/>
                  <a:pt x="239748" y="314716"/>
                </a:cubicBezTo>
                <a:lnTo>
                  <a:pt x="371271" y="429329"/>
                </a:lnTo>
                <a:cubicBezTo>
                  <a:pt x="376908" y="433087"/>
                  <a:pt x="382544" y="436845"/>
                  <a:pt x="390060" y="436845"/>
                </a:cubicBezTo>
                <a:cubicBezTo>
                  <a:pt x="397576" y="436845"/>
                  <a:pt x="405091" y="433087"/>
                  <a:pt x="410728" y="427450"/>
                </a:cubicBezTo>
                <a:cubicBezTo>
                  <a:pt x="420122" y="416177"/>
                  <a:pt x="420122" y="397388"/>
                  <a:pt x="406970" y="387993"/>
                </a:cubicBezTo>
                <a:cubicBezTo>
                  <a:pt x="323885" y="315994"/>
                  <a:pt x="276349" y="279167"/>
                  <a:pt x="226595" y="190708"/>
                </a:cubicBezTo>
                <a:moveTo>
                  <a:pt x="350603" y="201982"/>
                </a:moveTo>
                <a:cubicBezTo>
                  <a:pt x="392111" y="201982"/>
                  <a:pt x="425759" y="168333"/>
                  <a:pt x="425759" y="126826"/>
                </a:cubicBezTo>
                <a:cubicBezTo>
                  <a:pt x="425759" y="85318"/>
                  <a:pt x="392111" y="51669"/>
                  <a:pt x="350603" y="51669"/>
                </a:cubicBezTo>
                <a:cubicBezTo>
                  <a:pt x="309095" y="51669"/>
                  <a:pt x="275447" y="85318"/>
                  <a:pt x="275447" y="126826"/>
                </a:cubicBezTo>
                <a:cubicBezTo>
                  <a:pt x="275447" y="168333"/>
                  <a:pt x="309095" y="201982"/>
                  <a:pt x="350603" y="201982"/>
                </a:cubicBezTo>
                <a:close/>
                <a:moveTo>
                  <a:pt x="350603" y="126826"/>
                </a:moveTo>
                <a:lnTo>
                  <a:pt x="331814" y="108036"/>
                </a:lnTo>
                <a:moveTo>
                  <a:pt x="350603" y="51669"/>
                </a:moveTo>
                <a:lnTo>
                  <a:pt x="350603" y="14091"/>
                </a:lnTo>
                <a:moveTo>
                  <a:pt x="322419" y="14091"/>
                </a:moveTo>
                <a:lnTo>
                  <a:pt x="378787" y="14091"/>
                </a:lnTo>
                <a:moveTo>
                  <a:pt x="266052" y="61064"/>
                </a:moveTo>
                <a:lnTo>
                  <a:pt x="289463" y="83667"/>
                </a:lnTo>
                <a:moveTo>
                  <a:pt x="411893" y="83667"/>
                </a:moveTo>
                <a:lnTo>
                  <a:pt x="435154" y="61064"/>
                </a:lnTo>
                <a:moveTo>
                  <a:pt x="143924" y="128291"/>
                </a:moveTo>
                <a:cubicBezTo>
                  <a:pt x="175054" y="128291"/>
                  <a:pt x="200291" y="103055"/>
                  <a:pt x="200291" y="71924"/>
                </a:cubicBezTo>
                <a:cubicBezTo>
                  <a:pt x="200291" y="40793"/>
                  <a:pt x="175054" y="15557"/>
                  <a:pt x="143924" y="15557"/>
                </a:cubicBezTo>
                <a:cubicBezTo>
                  <a:pt x="112793" y="15557"/>
                  <a:pt x="87556" y="40793"/>
                  <a:pt x="87556" y="71924"/>
                </a:cubicBezTo>
                <a:cubicBezTo>
                  <a:pt x="87556" y="103055"/>
                  <a:pt x="112793" y="128291"/>
                  <a:pt x="143924" y="128291"/>
                </a:cubicBezTo>
                <a:close/>
              </a:path>
            </a:pathLst>
          </a:custGeom>
          <a:noFill/>
          <a:ln w="1409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64644" y="3694271"/>
            <a:ext cx="2828925" cy="9525"/>
          </a:xfrm>
          <a:custGeom>
            <a:avLst/>
            <a:gdLst/>
            <a:ahLst/>
            <a:cxnLst/>
            <a:rect l="0" t="0" r="0" b="0"/>
            <a:pathLst>
              <a:path w="2828925" h="9525">
                <a:moveTo>
                  <a:pt x="542925" y="0"/>
                </a:moveTo>
                <a:lnTo>
                  <a:pt x="0" y="0"/>
                </a:lnTo>
                <a:moveTo>
                  <a:pt x="1114717" y="0"/>
                </a:moveTo>
                <a:lnTo>
                  <a:pt x="599794" y="0"/>
                </a:lnTo>
                <a:moveTo>
                  <a:pt x="1685925" y="0"/>
                </a:moveTo>
                <a:lnTo>
                  <a:pt x="1171575" y="0"/>
                </a:lnTo>
                <a:moveTo>
                  <a:pt x="2257425" y="0"/>
                </a:moveTo>
                <a:lnTo>
                  <a:pt x="1742790" y="0"/>
                </a:lnTo>
                <a:moveTo>
                  <a:pt x="2828925" y="0"/>
                </a:moveTo>
                <a:lnTo>
                  <a:pt x="2314292" y="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5750719" y="3632358"/>
            <a:ext cx="528637" cy="123825"/>
            <a:chOff x="3171825" y="2452687"/>
            <a:chExt cx="528637" cy="123825"/>
          </a:xfrm>
        </p:grpSpPr>
        <p:sp>
          <p:nvSpPr>
            <p:cNvPr id="3" name="Rounded Rectangle 2"/>
            <p:cNvSpPr/>
            <p:nvPr/>
          </p:nvSpPr>
          <p:spPr>
            <a:xfrm>
              <a:off x="3171825" y="2514600"/>
              <a:ext cx="523875" cy="9525"/>
            </a:xfrm>
            <a:custGeom>
              <a:avLst/>
              <a:gdLst/>
              <a:ahLst/>
              <a:cxnLst/>
              <a:rect l="0" t="0" r="0" b="0"/>
              <a:pathLst>
                <a:path w="523875" h="9525">
                  <a:moveTo>
                    <a:pt x="523875" y="0"/>
                  </a:move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638550" y="245268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123825"/>
                  </a:moveTo>
                  <a:lnTo>
                    <a:pt x="61912" y="61912"/>
                  </a:ln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407569" y="36656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79069" y="36656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50569" y="36656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93569" y="36656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22069" y="36656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90947" y="2617946"/>
            <a:ext cx="862383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84848"/>
                </a:solidFill>
                <a:latin typeface="Roboto"/>
              </a:rPr>
              <a:t>Create or modify
workflows based on
business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3851" y="2617946"/>
            <a:ext cx="870642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84848"/>
                </a:solidFill>
                <a:latin typeface="Roboto"/>
              </a:rPr>
              <a:t>Conduct A/B testing
with different
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7249" y="2503646"/>
            <a:ext cx="597693" cy="480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84848"/>
                </a:solidFill>
                <a:latin typeface="Roboto"/>
              </a:rPr>
              <a:t>Update JSON
configuration
without
redeployment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666" y="2257234"/>
            <a:ext cx="7829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DE8431"/>
                </a:solidFill>
                <a:latin typeface="Roboto"/>
              </a:rPr>
              <a:t>Build Workflow
at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4152" y="2133409"/>
            <a:ext cx="63005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92BD39"/>
                </a:solidFill>
                <a:latin typeface="Roboto"/>
              </a:rPr>
              <a:t>Run Parallel
Workflow
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4947" y="2142934"/>
            <a:ext cx="8624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4E88E7"/>
                </a:solidFill>
                <a:latin typeface="Roboto"/>
              </a:rPr>
              <a:t>Modify Workflow
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6200" y="1651158"/>
            <a:ext cx="2963094" cy="2800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LangGraph Workflow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5306" y="4486084"/>
            <a:ext cx="8245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CC583"/>
                </a:solidFill>
                <a:latin typeface="Roboto"/>
              </a:rPr>
              <a:t>Versioning &amp;
History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0599" y="4486084"/>
            <a:ext cx="7201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1EABDA"/>
                </a:solidFill>
                <a:latin typeface="Roboto"/>
              </a:rPr>
              <a:t>Integrate with
LangChain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1928" y="4846796"/>
            <a:ext cx="777401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84848"/>
                </a:solidFill>
                <a:latin typeface="Roboto"/>
              </a:rPr>
              <a:t>Enable contextual
decision-making
using LLMs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4365" y="4846796"/>
            <a:ext cx="646585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84848"/>
                </a:solidFill>
                <a:latin typeface="Roboto"/>
              </a:rPr>
              <a:t>Store JSON
definitions in
database or Git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1837" y="3244900"/>
            <a:ext cx="329862" cy="327240"/>
          </a:xfrm>
          <a:custGeom>
            <a:avLst/>
            <a:gdLst/>
            <a:ahLst/>
            <a:cxnLst/>
            <a:rect l="0" t="0" r="0" b="0"/>
            <a:pathLst>
              <a:path w="329862" h="327240">
                <a:moveTo>
                  <a:pt x="138945" y="249145"/>
                </a:moveTo>
                <a:lnTo>
                  <a:pt x="30203" y="249145"/>
                </a:lnTo>
                <a:cubicBezTo>
                  <a:pt x="13522" y="249145"/>
                  <a:pt x="0" y="235622"/>
                  <a:pt x="0" y="218941"/>
                </a:cubicBezTo>
                <a:lnTo>
                  <a:pt x="0" y="30203"/>
                </a:lnTo>
                <a:cubicBezTo>
                  <a:pt x="0" y="13522"/>
                  <a:pt x="13522" y="0"/>
                  <a:pt x="30203" y="0"/>
                </a:cubicBezTo>
                <a:lnTo>
                  <a:pt x="256689" y="0"/>
                </a:lnTo>
                <a:cubicBezTo>
                  <a:pt x="273364" y="7"/>
                  <a:pt x="286878" y="13528"/>
                  <a:pt x="286878" y="30203"/>
                </a:cubicBezTo>
                <a:lnTo>
                  <a:pt x="286878" y="136759"/>
                </a:lnTo>
                <a:moveTo>
                  <a:pt x="0" y="58978"/>
                </a:moveTo>
                <a:lnTo>
                  <a:pt x="286878" y="58978"/>
                </a:lnTo>
                <a:moveTo>
                  <a:pt x="0" y="184294"/>
                </a:moveTo>
                <a:lnTo>
                  <a:pt x="157691" y="184294"/>
                </a:lnTo>
                <a:moveTo>
                  <a:pt x="0" y="121729"/>
                </a:moveTo>
                <a:lnTo>
                  <a:pt x="286878" y="121729"/>
                </a:lnTo>
                <a:moveTo>
                  <a:pt x="117171" y="58978"/>
                </a:moveTo>
                <a:lnTo>
                  <a:pt x="117171" y="249145"/>
                </a:lnTo>
                <a:moveTo>
                  <a:pt x="201182" y="58978"/>
                </a:moveTo>
                <a:lnTo>
                  <a:pt x="201182" y="145261"/>
                </a:lnTo>
                <a:moveTo>
                  <a:pt x="243144" y="284507"/>
                </a:moveTo>
                <a:cubicBezTo>
                  <a:pt x="240193" y="284507"/>
                  <a:pt x="237801" y="286899"/>
                  <a:pt x="237801" y="289850"/>
                </a:cubicBezTo>
                <a:cubicBezTo>
                  <a:pt x="237801" y="292801"/>
                  <a:pt x="240193" y="295194"/>
                  <a:pt x="243144" y="295194"/>
                </a:cubicBezTo>
                <a:cubicBezTo>
                  <a:pt x="246095" y="295194"/>
                  <a:pt x="248488" y="292801"/>
                  <a:pt x="248488" y="289850"/>
                </a:cubicBezTo>
                <a:cubicBezTo>
                  <a:pt x="248488" y="286899"/>
                  <a:pt x="246095" y="284507"/>
                  <a:pt x="243144" y="284507"/>
                </a:cubicBezTo>
                <a:lnTo>
                  <a:pt x="243144" y="284507"/>
                </a:lnTo>
                <a:moveTo>
                  <a:pt x="243144" y="252460"/>
                </a:moveTo>
                <a:lnTo>
                  <a:pt x="243144" y="209726"/>
                </a:lnTo>
                <a:moveTo>
                  <a:pt x="325955" y="290650"/>
                </a:moveTo>
                <a:cubicBezTo>
                  <a:pt x="329862" y="298489"/>
                  <a:pt x="329437" y="307791"/>
                  <a:pt x="324832" y="315241"/>
                </a:cubicBezTo>
                <a:cubicBezTo>
                  <a:pt x="320227" y="322691"/>
                  <a:pt x="312096" y="327230"/>
                  <a:pt x="303337" y="327240"/>
                </a:cubicBezTo>
                <a:lnTo>
                  <a:pt x="182951" y="327240"/>
                </a:lnTo>
                <a:cubicBezTo>
                  <a:pt x="174195" y="327225"/>
                  <a:pt x="166069" y="322685"/>
                  <a:pt x="161467" y="315235"/>
                </a:cubicBezTo>
                <a:cubicBezTo>
                  <a:pt x="156866" y="307786"/>
                  <a:pt x="156442" y="298487"/>
                  <a:pt x="160348" y="290650"/>
                </a:cubicBezTo>
                <a:lnTo>
                  <a:pt x="220541" y="170264"/>
                </a:lnTo>
                <a:cubicBezTo>
                  <a:pt x="224824" y="161705"/>
                  <a:pt x="233574" y="156299"/>
                  <a:pt x="243144" y="156299"/>
                </a:cubicBezTo>
                <a:cubicBezTo>
                  <a:pt x="252715" y="156299"/>
                  <a:pt x="261464" y="161705"/>
                  <a:pt x="265747" y="170264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14830" y="3244202"/>
            <a:ext cx="328625" cy="328636"/>
          </a:xfrm>
          <a:custGeom>
            <a:avLst/>
            <a:gdLst/>
            <a:ahLst/>
            <a:cxnLst/>
            <a:rect l="0" t="0" r="0" b="0"/>
            <a:pathLst>
              <a:path w="328625" h="328636">
                <a:moveTo>
                  <a:pt x="6" y="43832"/>
                </a:moveTo>
                <a:cubicBezTo>
                  <a:pt x="0" y="68037"/>
                  <a:pt x="19620" y="87664"/>
                  <a:pt x="43826" y="87664"/>
                </a:cubicBezTo>
                <a:cubicBezTo>
                  <a:pt x="68032" y="87664"/>
                  <a:pt x="87653" y="68037"/>
                  <a:pt x="87646" y="43832"/>
                </a:cubicBezTo>
                <a:cubicBezTo>
                  <a:pt x="87653" y="19626"/>
                  <a:pt x="68032" y="0"/>
                  <a:pt x="43826" y="0"/>
                </a:cubicBezTo>
                <a:cubicBezTo>
                  <a:pt x="19620" y="0"/>
                  <a:pt x="0" y="19626"/>
                  <a:pt x="6" y="43832"/>
                </a:cubicBezTo>
                <a:moveTo>
                  <a:pt x="6" y="284805"/>
                </a:moveTo>
                <a:cubicBezTo>
                  <a:pt x="0" y="309010"/>
                  <a:pt x="19620" y="328636"/>
                  <a:pt x="43826" y="328636"/>
                </a:cubicBezTo>
                <a:cubicBezTo>
                  <a:pt x="68032" y="328636"/>
                  <a:pt x="87653" y="309010"/>
                  <a:pt x="87646" y="284804"/>
                </a:cubicBezTo>
                <a:cubicBezTo>
                  <a:pt x="87653" y="260599"/>
                  <a:pt x="68032" y="240972"/>
                  <a:pt x="43826" y="240972"/>
                </a:cubicBezTo>
                <a:cubicBezTo>
                  <a:pt x="19620" y="240972"/>
                  <a:pt x="0" y="260599"/>
                  <a:pt x="6" y="284804"/>
                </a:cubicBezTo>
                <a:moveTo>
                  <a:pt x="43826" y="87637"/>
                </a:moveTo>
                <a:lnTo>
                  <a:pt x="43826" y="240999"/>
                </a:lnTo>
                <a:moveTo>
                  <a:pt x="240979" y="284805"/>
                </a:moveTo>
                <a:cubicBezTo>
                  <a:pt x="240972" y="309010"/>
                  <a:pt x="260593" y="328636"/>
                  <a:pt x="284799" y="328636"/>
                </a:cubicBezTo>
                <a:cubicBezTo>
                  <a:pt x="309005" y="328636"/>
                  <a:pt x="328625" y="309010"/>
                  <a:pt x="328619" y="284804"/>
                </a:cubicBezTo>
                <a:cubicBezTo>
                  <a:pt x="328625" y="260599"/>
                  <a:pt x="309005" y="240972"/>
                  <a:pt x="284799" y="240972"/>
                </a:cubicBezTo>
                <a:cubicBezTo>
                  <a:pt x="260593" y="240972"/>
                  <a:pt x="240972" y="260599"/>
                  <a:pt x="240979" y="284804"/>
                </a:cubicBezTo>
                <a:moveTo>
                  <a:pt x="284799" y="240999"/>
                </a:moveTo>
                <a:lnTo>
                  <a:pt x="284799" y="116855"/>
                </a:lnTo>
                <a:cubicBezTo>
                  <a:pt x="284799" y="76525"/>
                  <a:pt x="252105" y="43832"/>
                  <a:pt x="211776" y="43832"/>
                </a:cubicBezTo>
                <a:lnTo>
                  <a:pt x="153354" y="43832"/>
                </a:lnTo>
                <a:moveTo>
                  <a:pt x="197174" y="12"/>
                </a:moveTo>
                <a:lnTo>
                  <a:pt x="153354" y="43832"/>
                </a:lnTo>
                <a:lnTo>
                  <a:pt x="197174" y="87637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557909" y="3244206"/>
            <a:ext cx="328486" cy="328628"/>
          </a:xfrm>
          <a:custGeom>
            <a:avLst/>
            <a:gdLst/>
            <a:ahLst/>
            <a:cxnLst/>
            <a:rect l="0" t="0" r="0" b="0"/>
            <a:pathLst>
              <a:path w="328486" h="328628">
                <a:moveTo>
                  <a:pt x="122986" y="240995"/>
                </a:moveTo>
                <a:lnTo>
                  <a:pt x="29217" y="240995"/>
                </a:lnTo>
                <a:cubicBezTo>
                  <a:pt x="13081" y="240995"/>
                  <a:pt x="0" y="227913"/>
                  <a:pt x="0" y="211777"/>
                </a:cubicBezTo>
                <a:lnTo>
                  <a:pt x="0" y="29211"/>
                </a:lnTo>
                <a:cubicBezTo>
                  <a:pt x="0" y="13077"/>
                  <a:pt x="13083" y="0"/>
                  <a:pt x="29217" y="7"/>
                </a:cubicBezTo>
                <a:lnTo>
                  <a:pt x="248288" y="7"/>
                </a:lnTo>
                <a:cubicBezTo>
                  <a:pt x="264416" y="7"/>
                  <a:pt x="277491" y="13082"/>
                  <a:pt x="277491" y="29211"/>
                </a:cubicBezTo>
                <a:lnTo>
                  <a:pt x="277491" y="124151"/>
                </a:lnTo>
                <a:moveTo>
                  <a:pt x="0" y="57043"/>
                </a:moveTo>
                <a:lnTo>
                  <a:pt x="277491" y="57043"/>
                </a:lnTo>
                <a:moveTo>
                  <a:pt x="0" y="178258"/>
                </a:moveTo>
                <a:lnTo>
                  <a:pt x="134731" y="178258"/>
                </a:lnTo>
                <a:moveTo>
                  <a:pt x="0" y="117751"/>
                </a:moveTo>
                <a:lnTo>
                  <a:pt x="277491" y="117751"/>
                </a:lnTo>
                <a:moveTo>
                  <a:pt x="113342" y="57043"/>
                </a:moveTo>
                <a:lnTo>
                  <a:pt x="113342" y="240995"/>
                </a:lnTo>
                <a:moveTo>
                  <a:pt x="194595" y="57043"/>
                </a:moveTo>
                <a:lnTo>
                  <a:pt x="194595" y="124151"/>
                </a:lnTo>
                <a:moveTo>
                  <a:pt x="240844" y="328620"/>
                </a:moveTo>
                <a:cubicBezTo>
                  <a:pt x="289248" y="328620"/>
                  <a:pt x="328486" y="289379"/>
                  <a:pt x="328483" y="240976"/>
                </a:cubicBezTo>
                <a:cubicBezTo>
                  <a:pt x="328481" y="192572"/>
                  <a:pt x="289238" y="153336"/>
                  <a:pt x="240834" y="153341"/>
                </a:cubicBezTo>
                <a:cubicBezTo>
                  <a:pt x="192431" y="153346"/>
                  <a:pt x="153196" y="192591"/>
                  <a:pt x="153204" y="240995"/>
                </a:cubicBezTo>
                <a:cubicBezTo>
                  <a:pt x="153204" y="289394"/>
                  <a:pt x="192444" y="328628"/>
                  <a:pt x="240844" y="328620"/>
                </a:cubicBezTo>
                <a:close/>
                <a:moveTo>
                  <a:pt x="240844" y="284800"/>
                </a:moveTo>
                <a:lnTo>
                  <a:pt x="240844" y="197175"/>
                </a:lnTo>
                <a:moveTo>
                  <a:pt x="284721" y="240995"/>
                </a:moveTo>
                <a:lnTo>
                  <a:pt x="197096" y="240995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843637" y="3815729"/>
            <a:ext cx="328598" cy="337063"/>
          </a:xfrm>
          <a:custGeom>
            <a:avLst/>
            <a:gdLst/>
            <a:ahLst/>
            <a:cxnLst/>
            <a:rect l="0" t="0" r="0" b="0"/>
            <a:pathLst>
              <a:path w="328598" h="337063">
                <a:moveTo>
                  <a:pt x="0" y="57149"/>
                </a:moveTo>
                <a:cubicBezTo>
                  <a:pt x="0" y="88713"/>
                  <a:pt x="60768" y="114300"/>
                  <a:pt x="135731" y="114300"/>
                </a:cubicBezTo>
                <a:cubicBezTo>
                  <a:pt x="210693" y="114300"/>
                  <a:pt x="271462" y="88713"/>
                  <a:pt x="271462" y="57149"/>
                </a:cubicBezTo>
                <a:cubicBezTo>
                  <a:pt x="271462" y="25586"/>
                  <a:pt x="210693" y="0"/>
                  <a:pt x="135731" y="0"/>
                </a:cubicBezTo>
                <a:cubicBezTo>
                  <a:pt x="60768" y="0"/>
                  <a:pt x="0" y="25586"/>
                  <a:pt x="0" y="57149"/>
                </a:cubicBezTo>
                <a:close/>
                <a:moveTo>
                  <a:pt x="135731" y="171435"/>
                </a:moveTo>
                <a:cubicBezTo>
                  <a:pt x="60779" y="171435"/>
                  <a:pt x="0" y="145861"/>
                  <a:pt x="0" y="114285"/>
                </a:cubicBezTo>
                <a:moveTo>
                  <a:pt x="0" y="178579"/>
                </a:moveTo>
                <a:cubicBezTo>
                  <a:pt x="0" y="208126"/>
                  <a:pt x="53206" y="232429"/>
                  <a:pt x="121443" y="235429"/>
                </a:cubicBezTo>
                <a:moveTo>
                  <a:pt x="121443" y="299723"/>
                </a:moveTo>
                <a:cubicBezTo>
                  <a:pt x="53206" y="296722"/>
                  <a:pt x="0" y="272419"/>
                  <a:pt x="0" y="242887"/>
                </a:cubicBezTo>
                <a:lnTo>
                  <a:pt x="0" y="57135"/>
                </a:lnTo>
                <a:moveTo>
                  <a:pt x="271462" y="57149"/>
                </a:moveTo>
                <a:lnTo>
                  <a:pt x="271462" y="128587"/>
                </a:lnTo>
                <a:moveTo>
                  <a:pt x="264304" y="214312"/>
                </a:moveTo>
                <a:lnTo>
                  <a:pt x="328598" y="214312"/>
                </a:lnTo>
                <a:lnTo>
                  <a:pt x="328598" y="150018"/>
                </a:lnTo>
                <a:moveTo>
                  <a:pt x="323711" y="214298"/>
                </a:moveTo>
                <a:cubicBezTo>
                  <a:pt x="310695" y="177460"/>
                  <a:pt x="274418" y="154083"/>
                  <a:pt x="235493" y="157451"/>
                </a:cubicBezTo>
                <a:cubicBezTo>
                  <a:pt x="196569" y="160819"/>
                  <a:pt x="164846" y="190080"/>
                  <a:pt x="158351" y="228606"/>
                </a:cubicBezTo>
                <a:cubicBezTo>
                  <a:pt x="151856" y="267132"/>
                  <a:pt x="172233" y="305176"/>
                  <a:pt x="207902" y="321119"/>
                </a:cubicBezTo>
                <a:cubicBezTo>
                  <a:pt x="243571" y="337063"/>
                  <a:pt x="285507" y="326871"/>
                  <a:pt x="309881" y="296337"/>
                </a:cubicBez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986337" y="3815714"/>
            <a:ext cx="328612" cy="328612"/>
          </a:xfrm>
          <a:custGeom>
            <a:avLst/>
            <a:gdLst/>
            <a:ahLst/>
            <a:cxnLst/>
            <a:rect l="0" t="0" r="0" b="0"/>
            <a:pathLst>
              <a:path w="328612" h="328612">
                <a:moveTo>
                  <a:pt x="0" y="164306"/>
                </a:moveTo>
                <a:cubicBezTo>
                  <a:pt x="0" y="255050"/>
                  <a:pt x="73562" y="328612"/>
                  <a:pt x="164306" y="328612"/>
                </a:cubicBezTo>
                <a:cubicBezTo>
                  <a:pt x="255050" y="328612"/>
                  <a:pt x="328612" y="255050"/>
                  <a:pt x="328612" y="164306"/>
                </a:cubicBezTo>
                <a:cubicBezTo>
                  <a:pt x="328612" y="73562"/>
                  <a:pt x="255050" y="0"/>
                  <a:pt x="164306" y="0"/>
                </a:cubicBezTo>
                <a:cubicBezTo>
                  <a:pt x="73562" y="0"/>
                  <a:pt x="0" y="73562"/>
                  <a:pt x="0" y="164306"/>
                </a:cubicBezTo>
                <a:moveTo>
                  <a:pt x="87971" y="132693"/>
                </a:moveTo>
                <a:lnTo>
                  <a:pt x="195920" y="87979"/>
                </a:lnTo>
                <a:lnTo>
                  <a:pt x="240634" y="195928"/>
                </a:lnTo>
                <a:lnTo>
                  <a:pt x="132685" y="240642"/>
                </a:lnTo>
                <a:close/>
                <a:moveTo>
                  <a:pt x="283806" y="51577"/>
                </a:moveTo>
                <a:lnTo>
                  <a:pt x="195924" y="87982"/>
                </a:lnTo>
                <a:moveTo>
                  <a:pt x="328269" y="153976"/>
                </a:moveTo>
                <a:lnTo>
                  <a:pt x="201510" y="101469"/>
                </a:lnTo>
                <a:moveTo>
                  <a:pt x="87982" y="132688"/>
                </a:moveTo>
                <a:lnTo>
                  <a:pt x="51577" y="44805"/>
                </a:lnTo>
                <a:moveTo>
                  <a:pt x="153976" y="328"/>
                </a:moveTo>
                <a:lnTo>
                  <a:pt x="101469" y="127101"/>
                </a:lnTo>
                <a:moveTo>
                  <a:pt x="132688" y="240630"/>
                </a:moveTo>
                <a:lnTo>
                  <a:pt x="44805" y="277034"/>
                </a:lnTo>
                <a:moveTo>
                  <a:pt x="127101" y="227142"/>
                </a:moveTo>
                <a:lnTo>
                  <a:pt x="342" y="174636"/>
                </a:lnTo>
                <a:moveTo>
                  <a:pt x="277034" y="283792"/>
                </a:moveTo>
                <a:lnTo>
                  <a:pt x="240630" y="195924"/>
                </a:lnTo>
                <a:moveTo>
                  <a:pt x="227142" y="201510"/>
                </a:moveTo>
                <a:lnTo>
                  <a:pt x="174621" y="328298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</Words>
  <Application>Microsoft Macintosh PowerPoint</Application>
  <PresentationFormat>On-screen Show (4:3)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Roboto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Chandra Sekhar Javalkar</cp:lastModifiedBy>
  <cp:revision>2</cp:revision>
  <dcterms:created xsi:type="dcterms:W3CDTF">2013-01-27T09:14:16Z</dcterms:created>
  <dcterms:modified xsi:type="dcterms:W3CDTF">2025-10-27T14:04:17Z</dcterms:modified>
  <cp:category/>
</cp:coreProperties>
</file>